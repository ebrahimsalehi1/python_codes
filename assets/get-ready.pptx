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B_FD59A657.xml" ContentType="application/vnd.ms-powerpoint.comments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12"/>
  </p:notesMasterIdLst>
  <p:sldIdLst>
    <p:sldId id="263" r:id="rId2"/>
    <p:sldId id="269" r:id="rId3"/>
    <p:sldId id="270" r:id="rId4"/>
    <p:sldId id="271" r:id="rId5"/>
    <p:sldId id="272" r:id="rId6"/>
    <p:sldId id="266" r:id="rId7"/>
    <p:sldId id="268" r:id="rId8"/>
    <p:sldId id="267" r:id="rId9"/>
    <p:sldId id="265" r:id="rId10"/>
    <p:sldId id="264" r:id="rId11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83" userDrawn="1">
          <p15:clr>
            <a:srgbClr val="A4A3A4"/>
          </p15:clr>
        </p15:guide>
        <p15:guide id="2" pos="3239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981"/>
    <p:restoredTop sz="96301"/>
  </p:normalViewPr>
  <p:slideViewPr>
    <p:cSldViewPr snapToGrid="0">
      <p:cViewPr varScale="1">
        <p:scale>
          <a:sx n="46" d="100"/>
          <a:sy n="46" d="100"/>
        </p:scale>
        <p:origin x="1944" y="168"/>
      </p:cViewPr>
      <p:guideLst>
        <p:guide orient="horz" pos="5783"/>
        <p:guide pos="32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omments/modernComment_10B_FD59A65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C00A1B-EAAD-6F49-84C7-E0D05052ABDD}" authorId="{8860045D-B334-310D-0A4E-9E20AA0B149E}" created="2025-12-27T19:00:57.614">
    <pc:sldMkLst xmlns:pc="http://schemas.microsoft.com/office/powerpoint/2013/main/command">
      <pc:docMk/>
      <pc:sldMk cId="4250510935" sldId="267"/>
    </pc:sldMkLst>
    <p188:replyLst>
      <p188:reply id="{AFAC3828-0E48-A346-A0D8-2033E380BEE5}" authorId="{8860045D-B334-310D-0A4E-9E20AA0B149E}" created="2025-12-27T19:01:30.755">
        <p188:txBody>
          <a:bodyPr/>
          <a:lstStyle/>
          <a:p>
            <a:r>
              <a:rPr lang="en-DE"/>
              <a:t>Youtube:
</a:t>
            </a:r>
          </a:p>
        </p188:txBody>
      </p188:reply>
      <p188:reply id="{FED1BFF5-5EFE-B74F-84B0-86DF5C9191A5}" authorId="{8860045D-B334-310D-0A4E-9E20AA0B149E}" created="2025-12-27T19:01:41.968">
        <p188:txBody>
          <a:bodyPr/>
          <a:lstStyle/>
          <a:p>
            <a:r>
              <a:rPr lang="en-DE"/>
              <a:t>Instagram:
</a:t>
            </a:r>
          </a:p>
        </p188:txBody>
      </p188:reply>
      <p188:reply id="{B049D6EA-8AFA-3D4B-88E1-CC993722A6EB}" authorId="{8860045D-B334-310D-0A4E-9E20AA0B149E}" created="2025-12-28T08:53:40.110">
        <p188:txBody>
          <a:bodyPr/>
          <a:lstStyle/>
          <a:p>
            <a:r>
              <a:rPr lang="en-DE"/>
              <a:t>Caption: Stop using If-Else in Python!🐍🛑
Use the .get() method in Python dictionaries to write cleaner, more readable, and optimized code.
Did you know this trick? Let me know in the comments! 👇
#python #cleancode #programming #coding #softwareengineering
</a:t>
            </a:r>
          </a:p>
        </p188:txBody>
      </p188:reply>
      <p188:reply id="{8F763E0F-201F-B24F-8B53-A0E2B0711B89}" authorId="{8860045D-B334-310D-0A4E-9E20AA0B149E}" created="2025-12-28T09:33:12.477">
        <p188:txBody>
          <a:bodyPr/>
          <a:lstStyle/>
          <a:p>
            <a:r>
              <a:rPr lang="en-DE"/>
              <a:t>Tags: 
1- Python India
2- Python USA</a:t>
            </a:r>
          </a:p>
        </p188:txBody>
      </p188:reply>
      <p188:reply id="{289E78DF-5A10-CF47-B08D-C45590EFC091}" authorId="{8860045D-B334-310D-0A4E-9E20AA0B149E}" created="2025-12-28T09:35:00.249">
        <p188:txBody>
          <a:bodyPr/>
          <a:lstStyle/>
          <a:p>
            <a:r>
              <a:rPr lang="en-DE"/>
              <a:t>Title: Stop If-Else in Python! 🐍 #python #cleancode #programming #shorts #usa #india
Description: Learn how to use .get() in dictionaries to write cleaner code. Best for Python developers!</a:t>
            </a:r>
          </a:p>
        </p188:txBody>
      </p188:reply>
      <p188:reply id="{9706027F-C909-104F-9766-A86E56EB2CFA}" authorId="{8860045D-B334-310D-0A4E-9E20AA0B149E}" created="2025-12-28T13:20:44.688">
        <p188:txBody>
          <a:bodyPr/>
          <a:lstStyle/>
          <a:p>
            <a:r>
              <a:rPr lang="en-DE"/>
              <a:t>#python programmieren
#informatik</a:t>
            </a:r>
          </a:p>
        </p188:txBody>
      </p188:reply>
    </p188:replyLst>
    <p188:txBody>
      <a:bodyPr/>
      <a:lstStyle/>
      <a:p>
        <a:r>
          <a:rPr lang="en-DE"/>
          <a:t>TikTok:
"Are you team If-Else or team .get()? 👇"
#coding #germany #programming #pythontips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F3512-DFFE-6F54-462B-515C9F5EF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54EE2-378B-9503-CE89-56EC58C53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05FDC-1362-433B-E981-FF9E7596A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35C36-FE9D-8AC7-2875-34ACED800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1905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22483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18/10/relationships/comments" Target="../comments/modernComment_10B_FD59A657.xm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0" y="304800"/>
            <a:ext cx="10285413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C05BC-0533-796C-D3DC-9ED8DA97B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981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38E8A-F345-474F-746A-8BFA648CB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705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E8BB-9836-C499-3C0F-C6B3B139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8232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F0F6B-38BC-BDE8-3851-46668EE8F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4D1237-BAFC-5312-87E3-2A84A0BAD721}"/>
              </a:ext>
            </a:extLst>
          </p:cNvPr>
          <p:cNvSpPr txBox="1"/>
          <p:nvPr/>
        </p:nvSpPr>
        <p:spPr>
          <a:xfrm>
            <a:off x="604058" y="580044"/>
            <a:ext cx="584711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200" dirty="0"/>
              <a:t>Video 3</a:t>
            </a:r>
          </a:p>
          <a:p>
            <a:r>
              <a:rPr lang="en-DE" sz="3200" dirty="0"/>
              <a:t>Topic: avoid if-Else for dictionaries</a:t>
            </a:r>
          </a:p>
          <a:p>
            <a:r>
              <a:rPr lang="en-DE" sz="3200" dirty="0"/>
              <a:t>File Name: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3EF3452-406C-C767-6B3F-856E6822349E}"/>
              </a:ext>
            </a:extLst>
          </p:cNvPr>
          <p:cNvSpPr/>
          <p:nvPr/>
        </p:nvSpPr>
        <p:spPr>
          <a:xfrm>
            <a:off x="5514109" y="4350327"/>
            <a:ext cx="937062" cy="4045528"/>
          </a:xfrm>
          <a:prstGeom prst="rightBrace">
            <a:avLst/>
          </a:prstGeom>
          <a:ln w="31750">
            <a:solidFill>
              <a:schemeClr val="tx1"/>
            </a:solidFill>
            <a:headEnd type="none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0051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59A75-6B00-3E4D-E486-02DDE6B1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9301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15895</TotalTime>
  <Words>106</Words>
  <Application>Microsoft Macintosh PowerPoint</Application>
  <PresentationFormat>Custom</PresentationFormat>
  <Paragraphs>32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104</cp:revision>
  <cp:lastPrinted>2025-12-17T08:49:37Z</cp:lastPrinted>
  <dcterms:created xsi:type="dcterms:W3CDTF">2025-12-17T08:13:25Z</dcterms:created>
  <dcterms:modified xsi:type="dcterms:W3CDTF">2025-12-29T08:56:29Z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