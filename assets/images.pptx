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65"/>
  </p:notesMasterIdLst>
  <p:handoutMasterIdLst>
    <p:handoutMasterId r:id="rId66"/>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291" r:id="rId20"/>
    <p:sldId id="336" r:id="rId21"/>
    <p:sldId id="337" r:id="rId22"/>
    <p:sldId id="338" r:id="rId23"/>
    <p:sldId id="309" r:id="rId24"/>
    <p:sldId id="292" r:id="rId25"/>
    <p:sldId id="333" r:id="rId26"/>
    <p:sldId id="334" r:id="rId27"/>
    <p:sldId id="335" r:id="rId28"/>
    <p:sldId id="293" r:id="rId29"/>
    <p:sldId id="327" r:id="rId30"/>
    <p:sldId id="294" r:id="rId31"/>
    <p:sldId id="306" r:id="rId32"/>
    <p:sldId id="321" r:id="rId33"/>
    <p:sldId id="322" r:id="rId34"/>
    <p:sldId id="318" r:id="rId35"/>
    <p:sldId id="330" r:id="rId36"/>
    <p:sldId id="347" r:id="rId37"/>
    <p:sldId id="296" r:id="rId38"/>
    <p:sldId id="297" r:id="rId39"/>
    <p:sldId id="298" r:id="rId40"/>
    <p:sldId id="331" r:id="rId41"/>
    <p:sldId id="332" r:id="rId42"/>
    <p:sldId id="341" r:id="rId43"/>
    <p:sldId id="342" r:id="rId44"/>
    <p:sldId id="299" r:id="rId45"/>
    <p:sldId id="300" r:id="rId46"/>
    <p:sldId id="301" r:id="rId47"/>
    <p:sldId id="324" r:id="rId48"/>
    <p:sldId id="325" r:id="rId49"/>
    <p:sldId id="326" r:id="rId50"/>
    <p:sldId id="302" r:id="rId51"/>
    <p:sldId id="303" r:id="rId52"/>
    <p:sldId id="319" r:id="rId53"/>
    <p:sldId id="320" r:id="rId54"/>
    <p:sldId id="304" r:id="rId55"/>
    <p:sldId id="316" r:id="rId56"/>
    <p:sldId id="317" r:id="rId57"/>
    <p:sldId id="310" r:id="rId58"/>
    <p:sldId id="305" r:id="rId59"/>
    <p:sldId id="328" r:id="rId60"/>
    <p:sldId id="329" r:id="rId61"/>
    <p:sldId id="307" r:id="rId62"/>
    <p:sldId id="308" r:id="rId63"/>
    <p:sldId id="323" r:id="rId64"/>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63"/>
    <p:restoredTop sz="96149"/>
  </p:normalViewPr>
  <p:slideViewPr>
    <p:cSldViewPr snapToGrid="0">
      <p:cViewPr>
        <p:scale>
          <a:sx n="71" d="100"/>
          <a:sy n="71" d="100"/>
        </p:scale>
        <p:origin x="2624" y="14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71"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15.03.26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15.03.26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3/15/26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3/15/26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3/15/26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3/15/26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3/15/26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3/15/26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3/15/26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3/15/26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3/15/26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3/15/26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48.png"/></Relationships>
</file>

<file path=ppt/slides/_rels/slide39.xml.rels><?xml version="1.0" encoding="UTF-8" standalone="yes"?>
<Relationships xmlns="http://schemas.openxmlformats.org/package/2006/relationships"><Relationship Id="rId3" Type="http://schemas.openxmlformats.org/officeDocument/2006/relationships/image" Target="../media/image49.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0.png"/></Relationships>
</file>

<file path=ppt/slides/_rels/slide4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4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5.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6.xml.rels><?xml version="1.0" encoding="UTF-8" standalone="yes"?>
<Relationships xmlns="http://schemas.openxmlformats.org/package/2006/relationships"><Relationship Id="rId3" Type="http://schemas.openxmlformats.org/officeDocument/2006/relationships/image" Target="../media/image57.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58.png"/><Relationship Id="rId4" Type="http://schemas.openxmlformats.org/officeDocument/2006/relationships/image" Target="../media/image11.png"/></Relationships>
</file>

<file path=ppt/slides/_rels/slide4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2.png"/></Relationships>
</file>

<file path=ppt/slides/_rels/slide5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5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1.png"/><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8.svg"/></Relationships>
</file>

<file path=ppt/slides/_rels/slide5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55.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5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6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6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77.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1.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39.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4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96595</TotalTime>
  <Words>995</Words>
  <Application>Microsoft Macintosh PowerPoint</Application>
  <PresentationFormat>Custom</PresentationFormat>
  <Paragraphs>225</Paragraphs>
  <Slides>63</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63</vt:i4>
      </vt:variant>
    </vt:vector>
  </HeadingPairs>
  <TitlesOfParts>
    <vt:vector size="71"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788</cp:revision>
  <cp:lastPrinted>2025-12-17T08:49:37Z</cp:lastPrinted>
  <dcterms:created xsi:type="dcterms:W3CDTF">2025-12-17T08:13:25Z</dcterms:created>
  <dcterms:modified xsi:type="dcterms:W3CDTF">2026-03-16T06:10:36Z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