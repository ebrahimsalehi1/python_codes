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78"/>
  </p:notesMasterIdLst>
  <p:handoutMasterIdLst>
    <p:handoutMasterId r:id="rId79"/>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495"/>
    <p:restoredTop sz="96149"/>
  </p:normalViewPr>
  <p:slideViewPr>
    <p:cSldViewPr snapToGrid="0">
      <p:cViewPr>
        <p:scale>
          <a:sx n="68" d="100"/>
          <a:sy n="68" d="100"/>
        </p:scale>
        <p:origin x="2880" y="-86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8/10/relationships/authors" Target="author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28.03.26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28.03.26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3/28/26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3/28/26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3/28/26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3/28/26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3/28/26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104894</TotalTime>
  <Words>1282</Words>
  <Application>Microsoft Macintosh PowerPoint</Application>
  <PresentationFormat>Custom</PresentationFormat>
  <Paragraphs>274</Paragraphs>
  <Slides>76</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76</vt:i4>
      </vt:variant>
    </vt:vector>
  </HeadingPairs>
  <TitlesOfParts>
    <vt:vector size="84"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846</cp:revision>
  <cp:lastPrinted>2025-12-17T08:49:37Z</cp:lastPrinted>
  <dcterms:created xsi:type="dcterms:W3CDTF">2025-12-17T08:13:25Z</dcterms:created>
  <dcterms:modified xsi:type="dcterms:W3CDTF">2026-03-30T08:21:16Z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