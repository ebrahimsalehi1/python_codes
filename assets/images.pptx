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68"/>
  </p:notesMasterIdLst>
  <p:handoutMasterIdLst>
    <p:handoutMasterId r:id="rId69"/>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291" r:id="rId21"/>
    <p:sldId id="336" r:id="rId22"/>
    <p:sldId id="337" r:id="rId23"/>
    <p:sldId id="338" r:id="rId24"/>
    <p:sldId id="309" r:id="rId25"/>
    <p:sldId id="292" r:id="rId26"/>
    <p:sldId id="333" r:id="rId27"/>
    <p:sldId id="334" r:id="rId28"/>
    <p:sldId id="335" r:id="rId29"/>
    <p:sldId id="293" r:id="rId30"/>
    <p:sldId id="327" r:id="rId31"/>
    <p:sldId id="294" r:id="rId32"/>
    <p:sldId id="306" r:id="rId33"/>
    <p:sldId id="321" r:id="rId34"/>
    <p:sldId id="322" r:id="rId35"/>
    <p:sldId id="318" r:id="rId36"/>
    <p:sldId id="330" r:id="rId37"/>
    <p:sldId id="347" r:id="rId38"/>
    <p:sldId id="348" r:id="rId39"/>
    <p:sldId id="296" r:id="rId40"/>
    <p:sldId id="297" r:id="rId41"/>
    <p:sldId id="298" r:id="rId42"/>
    <p:sldId id="331" r:id="rId43"/>
    <p:sldId id="332" r:id="rId44"/>
    <p:sldId id="341" r:id="rId45"/>
    <p:sldId id="342" r:id="rId46"/>
    <p:sldId id="299" r:id="rId47"/>
    <p:sldId id="300" r:id="rId48"/>
    <p:sldId id="301" r:id="rId49"/>
    <p:sldId id="324" r:id="rId50"/>
    <p:sldId id="325" r:id="rId51"/>
    <p:sldId id="326" r:id="rId52"/>
    <p:sldId id="302" r:id="rId53"/>
    <p:sldId id="303" r:id="rId54"/>
    <p:sldId id="319" r:id="rId55"/>
    <p:sldId id="320" r:id="rId56"/>
    <p:sldId id="304" r:id="rId57"/>
    <p:sldId id="316" r:id="rId58"/>
    <p:sldId id="317" r:id="rId59"/>
    <p:sldId id="310" r:id="rId60"/>
    <p:sldId id="305" r:id="rId61"/>
    <p:sldId id="328" r:id="rId62"/>
    <p:sldId id="329" r:id="rId63"/>
    <p:sldId id="349" r:id="rId64"/>
    <p:sldId id="307" r:id="rId65"/>
    <p:sldId id="308" r:id="rId66"/>
    <p:sldId id="323" r:id="rId67"/>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50"/>
    <p:restoredTop sz="96149"/>
  </p:normalViewPr>
  <p:slideViewPr>
    <p:cSldViewPr snapToGrid="0">
      <p:cViewPr>
        <p:scale>
          <a:sx n="97" d="100"/>
          <a:sy n="97" d="100"/>
        </p:scale>
        <p:origin x="1872" y="-126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8/10/relationships/authors" Target="author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16.03.26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16.03.26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3/16/26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3/16/26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3/16/26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3/16/26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3/16/26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4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7.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8.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0.png"/><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4.png"/></Relationships>
</file>

<file path=ppt/slides/_rels/slide5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5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3.png"/><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8.svg"/></Relationships>
</file>

<file path=ppt/slides/_rels/slide5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5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5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6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4.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6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1.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98148</TotalTime>
  <Words>1040</Words>
  <Application>Microsoft Macintosh PowerPoint</Application>
  <PresentationFormat>Custom</PresentationFormat>
  <Paragraphs>234</Paragraphs>
  <Slides>66</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66</vt:i4>
      </vt:variant>
    </vt:vector>
  </HeadingPairs>
  <TitlesOfParts>
    <vt:vector size="74"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803</cp:revision>
  <cp:lastPrinted>2025-12-17T08:49:37Z</cp:lastPrinted>
  <dcterms:created xsi:type="dcterms:W3CDTF">2025-12-17T08:13:25Z</dcterms:created>
  <dcterms:modified xsi:type="dcterms:W3CDTF">2026-03-17T22:37:53Z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