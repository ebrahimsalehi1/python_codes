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09"/>
  </p:notesMasterIdLst>
  <p:handoutMasterIdLst>
    <p:handoutMasterId r:id="rId110"/>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74"/>
    <p:restoredTop sz="96149"/>
  </p:normalViewPr>
  <p:slideViewPr>
    <p:cSldViewPr snapToGrid="0">
      <p:cViewPr>
        <p:scale>
          <a:sx n="96" d="100"/>
          <a:sy n="96" d="100"/>
        </p:scale>
        <p:origin x="2104" y="-832"/>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notesMaster" Target="notesMasters/notesMaster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handoutMaster" Target="handoutMasters/handoutMaster1.xml"/><Relationship Id="rId115" Type="http://schemas.microsoft.com/office/2018/10/relationships/authors" Targe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19.04.26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19.04.26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4/19/26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2123658"/>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a:p>
            <a:pPr marL="0" algn="ctr"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114377</TotalTime>
  <Words>1955</Words>
  <Application>Microsoft Macintosh PowerPoint</Application>
  <PresentationFormat>Custom</PresentationFormat>
  <Paragraphs>370</Paragraphs>
  <Slides>107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107</vt:i4>
      </vt:variant>
    </vt:vector>
  </HeadingPairs>
  <TitlesOfParts>
    <vt:vector size="116"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958</cp:revision>
  <cp:lastPrinted>2025-12-17T08:49:37Z</cp:lastPrinted>
  <dcterms:created xsi:type="dcterms:W3CDTF">2025-12-17T08:13:25Z</dcterms:created>
  <dcterms:modified xsi:type="dcterms:W3CDTF">2026-04-19T20:02:07Z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