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53"/>
  </p:notesMasterIdLst>
  <p:handoutMasterIdLst>
    <p:handoutMasterId r:id="rId54"/>
  </p:handoutMasterIdLst>
  <p:sldIdLst>
    <p:sldId id="278" r:id="rId2"/>
    <p:sldId id="279" r:id="rId3"/>
    <p:sldId id="311" r:id="rId4"/>
    <p:sldId id="312" r:id="rId5"/>
    <p:sldId id="313" r:id="rId6"/>
    <p:sldId id="280" r:id="rId7"/>
    <p:sldId id="281" r:id="rId8"/>
    <p:sldId id="288" r:id="rId9"/>
    <p:sldId id="290" r:id="rId10"/>
    <p:sldId id="289" r:id="rId11"/>
    <p:sldId id="314" r:id="rId12"/>
    <p:sldId id="315" r:id="rId13"/>
    <p:sldId id="291" r:id="rId14"/>
    <p:sldId id="309" r:id="rId15"/>
    <p:sldId id="292" r:id="rId16"/>
    <p:sldId id="333" r:id="rId17"/>
    <p:sldId id="334" r:id="rId18"/>
    <p:sldId id="335" r:id="rId19"/>
    <p:sldId id="293" r:id="rId20"/>
    <p:sldId id="327" r:id="rId21"/>
    <p:sldId id="294" r:id="rId22"/>
    <p:sldId id="306" r:id="rId23"/>
    <p:sldId id="321" r:id="rId24"/>
    <p:sldId id="322" r:id="rId25"/>
    <p:sldId id="318" r:id="rId26"/>
    <p:sldId id="330" r:id="rId27"/>
    <p:sldId id="296" r:id="rId28"/>
    <p:sldId id="297" r:id="rId29"/>
    <p:sldId id="298" r:id="rId30"/>
    <p:sldId id="331" r:id="rId31"/>
    <p:sldId id="332" r:id="rId32"/>
    <p:sldId id="299" r:id="rId33"/>
    <p:sldId id="300" r:id="rId34"/>
    <p:sldId id="301" r:id="rId35"/>
    <p:sldId id="324" r:id="rId36"/>
    <p:sldId id="325" r:id="rId37"/>
    <p:sldId id="326" r:id="rId38"/>
    <p:sldId id="302" r:id="rId39"/>
    <p:sldId id="303" r:id="rId40"/>
    <p:sldId id="319" r:id="rId41"/>
    <p:sldId id="320" r:id="rId42"/>
    <p:sldId id="304" r:id="rId43"/>
    <p:sldId id="316" r:id="rId44"/>
    <p:sldId id="317" r:id="rId45"/>
    <p:sldId id="310" r:id="rId46"/>
    <p:sldId id="305" r:id="rId47"/>
    <p:sldId id="328" r:id="rId48"/>
    <p:sldId id="329" r:id="rId49"/>
    <p:sldId id="307" r:id="rId50"/>
    <p:sldId id="308" r:id="rId51"/>
    <p:sldId id="323" r:id="rId52"/>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69"/>
    <p:restoredTop sz="96149"/>
  </p:normalViewPr>
  <p:slideViewPr>
    <p:cSldViewPr snapToGrid="0">
      <p:cViewPr>
        <p:scale>
          <a:sx n="44" d="100"/>
          <a:sy n="44" d="100"/>
        </p:scale>
        <p:origin x="3360" y="712"/>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05.03.26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05.03.26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10</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5.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7.png"/><Relationship Id="rId7" Type="http://schemas.openxmlformats.org/officeDocument/2006/relationships/image" Target="../media/image10.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9.png"/><Relationship Id="rId9"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9.sv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7.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8.png"/><Relationship Id="rId4" Type="http://schemas.openxmlformats.org/officeDocument/2006/relationships/image" Target="../media/image13.png"/><Relationship Id="rId9" Type="http://schemas.openxmlformats.org/officeDocument/2006/relationships/image" Target="../media/image11.svg"/></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52.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9.svg"/><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9.png"/><Relationship Id="rId7" Type="http://schemas.openxmlformats.org/officeDocument/2006/relationships/image" Target="../media/image1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4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8.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5"/>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89263</TotalTime>
  <Words>824</Words>
  <Application>Microsoft Macintosh PowerPoint</Application>
  <PresentationFormat>Custom</PresentationFormat>
  <Paragraphs>180</Paragraphs>
  <Slides>51</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51</vt:i4>
      </vt:variant>
    </vt:vector>
  </HeadingPairs>
  <TitlesOfParts>
    <vt:vector size="59"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725</cp:revision>
  <cp:lastPrinted>2025-12-17T08:49:37Z</cp:lastPrinted>
  <dcterms:created xsi:type="dcterms:W3CDTF">2025-12-17T08:13:25Z</dcterms:created>
  <dcterms:modified xsi:type="dcterms:W3CDTF">2026-03-07T08:17:10Z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