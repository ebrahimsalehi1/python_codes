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2.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27"/>
  </p:notesMasterIdLst>
  <p:handoutMasterIdLst>
    <p:handoutMasterId r:id="rId28"/>
  </p:handoutMasterIdLst>
  <p:sldIdLst>
    <p:sldId id="278" r:id="rId2"/>
    <p:sldId id="279" r:id="rId3"/>
    <p:sldId id="280" r:id="rId4"/>
    <p:sldId id="281" r:id="rId5"/>
    <p:sldId id="288" r:id="rId6"/>
    <p:sldId id="289" r:id="rId7"/>
    <p:sldId id="290" r:id="rId8"/>
    <p:sldId id="291" r:id="rId9"/>
    <p:sldId id="309" r:id="rId10"/>
    <p:sldId id="292" r:id="rId11"/>
    <p:sldId id="293" r:id="rId12"/>
    <p:sldId id="294" r:id="rId13"/>
    <p:sldId id="306" r:id="rId14"/>
    <p:sldId id="296" r:id="rId15"/>
    <p:sldId id="297" r:id="rId16"/>
    <p:sldId id="298" r:id="rId17"/>
    <p:sldId id="299" r:id="rId18"/>
    <p:sldId id="300" r:id="rId19"/>
    <p:sldId id="301" r:id="rId20"/>
    <p:sldId id="302" r:id="rId21"/>
    <p:sldId id="303" r:id="rId22"/>
    <p:sldId id="304" r:id="rId23"/>
    <p:sldId id="305" r:id="rId24"/>
    <p:sldId id="307" r:id="rId25"/>
    <p:sldId id="308" r:id="rId2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361"/>
    <p:restoredTop sz="96158"/>
  </p:normalViewPr>
  <p:slideViewPr>
    <p:cSldViewPr snapToGrid="0">
      <p:cViewPr>
        <p:scale>
          <a:sx n="86" d="100"/>
          <a:sy n="86" d="100"/>
        </p:scale>
        <p:origin x="944" y="-86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08.02.26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08.02.26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2/8/26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2/8/26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8.png"/><Relationship Id="rId9"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3.png"/><Relationship Id="rId7" Type="http://schemas.openxmlformats.org/officeDocument/2006/relationships/image" Target="../media/image11.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5.pn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14.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3.png"/><Relationship Id="rId7" Type="http://schemas.openxmlformats.org/officeDocument/2006/relationships/image" Target="../media/image11.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3.png"/><Relationship Id="rId7" Type="http://schemas.openxmlformats.org/officeDocument/2006/relationships/image" Target="../media/image11.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12.sv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0.png"/><Relationship Id="rId7" Type="http://schemas.openxmlformats.org/officeDocument/2006/relationships/image" Target="../media/image10.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1.png"/><Relationship Id="rId4" Type="http://schemas.openxmlformats.org/officeDocument/2006/relationships/image" Target="../media/image17.png"/><Relationship Id="rId9" Type="http://schemas.openxmlformats.org/officeDocument/2006/relationships/image" Target="../media/image12.svg"/></Relationships>
</file>

<file path=ppt/slides/_rels/slide20.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7.png"/><Relationship Id="rId7" Type="http://schemas.openxmlformats.org/officeDocument/2006/relationships/image" Target="../media/image11.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3C74BE-8F9A-C3BA-F073-3F00A5C2D8DD}"/>
              </a:ext>
            </a:extLst>
          </p:cNvPr>
          <p:cNvSpPr txBox="1"/>
          <p:nvPr/>
        </p:nvSpPr>
        <p:spPr>
          <a:xfrm>
            <a:off x="223306" y="4882583"/>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2"/>
          <a:stretch>
            <a:fillRect/>
          </a:stretch>
        </p:blipFill>
        <p:spPr>
          <a:xfrm>
            <a:off x="290127" y="4945362"/>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2736086"/>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1191463"/>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8493978"/>
            <a:ext cx="914400" cy="914400"/>
          </a:xfrm>
          <a:prstGeom prst="rect">
            <a:avLst/>
          </a:prstGeom>
        </p:spPr>
      </p:pic>
    </p:spTree>
    <p:extLst>
      <p:ext uri="{BB962C8B-B14F-4D97-AF65-F5344CB8AC3E}">
        <p14:creationId xmlns:p14="http://schemas.microsoft.com/office/powerpoint/2010/main" val="359263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471318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342696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4808666"/>
            <a:ext cx="1062000" cy="1062000"/>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72739</TotalTime>
  <Words>396</Words>
  <Application>Microsoft Macintosh PowerPoint</Application>
  <PresentationFormat>Custom</PresentationFormat>
  <Paragraphs>106</Paragraphs>
  <Slides>25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611</cp:revision>
  <cp:lastPrinted>2025-12-17T08:49:37Z</cp:lastPrinted>
  <dcterms:created xsi:type="dcterms:W3CDTF">2025-12-17T08:13:25Z</dcterms:created>
  <dcterms:modified xsi:type="dcterms:W3CDTF">2026-02-14T14:05:54Z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