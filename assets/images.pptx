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361"/>
    <p:restoredTop sz="96158"/>
  </p:normalViewPr>
  <p:slideViewPr>
    <p:cSldViewPr snapToGrid="0">
      <p:cViewPr varScale="1">
        <p:scale>
          <a:sx n="52" d="100"/>
          <a:sy n="52" d="100"/>
        </p:scale>
        <p:origin x="2024" y="240"/>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01.02.26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3797265"/>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366480"/>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2/1/26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2/1/26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3.png"/><Relationship Id="rId7" Type="http://schemas.openxmlformats.org/officeDocument/2006/relationships/image" Target="../media/image11.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14.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2.png"/><Relationship Id="rId7" Type="http://schemas.openxmlformats.org/officeDocument/2006/relationships/image" Target="../media/image12.sv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8/10/relationships/comments" Target="../comments/modernComment_12A_2D01584F.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microsoft.com/office/2018/10/relationships/comments" Target="../comments/modernComment_12B_AC4C8FF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microsoft.com/office/2018/10/relationships/comments" Target="../comments/modernComment_12D_BEDEFA1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501905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11856891"/>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2921039"/>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69985D-32A1-133A-560E-545071650182}"/>
              </a:ext>
            </a:extLst>
          </p:cNvPr>
          <p:cNvSpPr txBox="1"/>
          <p:nvPr/>
        </p:nvSpPr>
        <p:spPr>
          <a:xfrm>
            <a:off x="223306" y="471115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143279"/>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148182"/>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4048" y="9759930"/>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6966" y="9623125"/>
            <a:ext cx="914400" cy="914400"/>
          </a:xfrm>
          <a:prstGeom prst="rect">
            <a:avLst/>
          </a:prstGeom>
        </p:spPr>
      </p:pic>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8"/>
          <a:stretch>
            <a:fillRect/>
          </a:stretch>
        </p:blipFill>
        <p:spPr>
          <a:xfrm>
            <a:off x="295124" y="480663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922378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7098FD-4147-4F55-8BEF-B0FCC793F657}"/>
              </a:ext>
            </a:extLst>
          </p:cNvPr>
          <p:cNvSpPr txBox="1"/>
          <p:nvPr/>
        </p:nvSpPr>
        <p:spPr>
          <a:xfrm>
            <a:off x="223306" y="4810542"/>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306" y="12057329"/>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307" y="913282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4"/>
          <a:stretch>
            <a:fillRect/>
          </a:stretch>
        </p:blipFill>
        <p:spPr>
          <a:xfrm>
            <a:off x="232778" y="490602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70B594-D22D-ACB6-998B-6388692A6559}"/>
              </a:ext>
            </a:extLst>
          </p:cNvPr>
          <p:cNvSpPr txBox="1"/>
          <p:nvPr/>
        </p:nvSpPr>
        <p:spPr>
          <a:xfrm>
            <a:off x="223306" y="4673426"/>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451219" y="11080552"/>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3"/>
          <a:stretch>
            <a:fillRect/>
          </a:stretch>
        </p:blipFill>
        <p:spPr>
          <a:xfrm>
            <a:off x="321693" y="4768910"/>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4752938"/>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240794"/>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4848422"/>
            <a:ext cx="1062000" cy="10620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540892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0" y="10609432"/>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5504405"/>
            <a:ext cx="1062000" cy="10620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56600</TotalTime>
  <Words>410</Words>
  <Application>Microsoft Macintosh PowerPoint</Application>
  <PresentationFormat>Custom</PresentationFormat>
  <Paragraphs>109</Paragraphs>
  <Slides>25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577</cp:revision>
  <cp:lastPrinted>2025-12-17T08:49:37Z</cp:lastPrinted>
  <dcterms:created xsi:type="dcterms:W3CDTF">2025-12-17T08:13:25Z</dcterms:created>
  <dcterms:modified xsi:type="dcterms:W3CDTF">2026-02-02T19:36:20Z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