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93"/>
  </p:notesMasterIdLst>
  <p:handoutMasterIdLst>
    <p:handoutMasterId r:id="rId94"/>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4" r:id="rId89"/>
    <p:sldId id="375" r:id="rId90"/>
    <p:sldId id="376" r:id="rId91"/>
    <p:sldId id="373" r:id="rId92"/>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49"/>
    <p:restoredTop sz="96149"/>
  </p:normalViewPr>
  <p:slideViewPr>
    <p:cSldViewPr snapToGrid="0">
      <p:cViewPr>
        <p:scale>
          <a:sx n="71" d="100"/>
          <a:sy n="71" d="100"/>
        </p:scale>
        <p:origin x="2872" y="-176"/>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handoutMaster" Target="handoutMasters/handoutMaster1.xml"/><Relationship Id="rId9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 Id="rId98" Type="http://schemas.openxmlformats.org/officeDocument/2006/relationships/tableStyles" Target="tableStyles.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08.04.26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08.04.26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4C632E4-21E8-7DEB-3FFC-D50A2B9B48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5E270D-1056-725E-8A7C-55737F06BEE7}"/>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839CE4B3-9231-65F0-633E-85979AC425FA}"/>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954C1C24-A1D3-DAD6-2ABE-69913B6AE757}"/>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9BE45372-D5B4-1AC4-96DB-B8576838B56A}"/>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3CB6D49-E503-F354-6F72-1A342657F274}"/>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a:t>
            </a:r>
            <a:r>
              <a:rPr lang="en-US" sz="5400" dirty="0">
                <a:ln w="0"/>
                <a:effectLst>
                  <a:outerShdw blurRad="38100" dist="19050" dir="2700000" algn="tl" rotWithShape="0">
                    <a:schemeClr val="dk1">
                      <a:alpha val="40000"/>
                    </a:schemeClr>
                  </a:outerShdw>
                </a:effectLst>
                <a:latin typeface="Patrick Hand" pitchFamily="2" charset="77"/>
              </a:rPr>
              <a:t>better to change it to this code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8365544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106328</TotalTime>
  <Words>1548</Words>
  <Application>Microsoft Macintosh PowerPoint</Application>
  <PresentationFormat>Custom</PresentationFormat>
  <Paragraphs>314</Paragraphs>
  <Slides>91</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91</vt:i4>
      </vt:variant>
    </vt:vector>
  </HeadingPairs>
  <TitlesOfParts>
    <vt:vector size="99"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902</cp:revision>
  <cp:lastPrinted>2025-12-17T08:49:37Z</cp:lastPrinted>
  <dcterms:created xsi:type="dcterms:W3CDTF">2025-12-17T08:13:25Z</dcterms:created>
  <dcterms:modified xsi:type="dcterms:W3CDTF">2026-04-08T19:40:47Z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