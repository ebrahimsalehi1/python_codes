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66"/>
  </p:notesMasterIdLst>
  <p:handoutMasterIdLst>
    <p:handoutMasterId r:id="rId67"/>
  </p:handoutMasterIdLst>
  <p:sldIdLst>
    <p:sldId id="278" r:id="rId2"/>
    <p:sldId id="279" r:id="rId3"/>
    <p:sldId id="311" r:id="rId4"/>
    <p:sldId id="312" r:id="rId5"/>
    <p:sldId id="313" r:id="rId6"/>
    <p:sldId id="280" r:id="rId7"/>
    <p:sldId id="281" r:id="rId8"/>
    <p:sldId id="288" r:id="rId9"/>
    <p:sldId id="339" r:id="rId10"/>
    <p:sldId id="340" r:id="rId11"/>
    <p:sldId id="290" r:id="rId12"/>
    <p:sldId id="289" r:id="rId13"/>
    <p:sldId id="314" r:id="rId14"/>
    <p:sldId id="315" r:id="rId15"/>
    <p:sldId id="343" r:id="rId16"/>
    <p:sldId id="344" r:id="rId17"/>
    <p:sldId id="345" r:id="rId18"/>
    <p:sldId id="346" r:id="rId19"/>
    <p:sldId id="291" r:id="rId20"/>
    <p:sldId id="336" r:id="rId21"/>
    <p:sldId id="337" r:id="rId22"/>
    <p:sldId id="338" r:id="rId23"/>
    <p:sldId id="309" r:id="rId24"/>
    <p:sldId id="292" r:id="rId25"/>
    <p:sldId id="333" r:id="rId26"/>
    <p:sldId id="334" r:id="rId27"/>
    <p:sldId id="335" r:id="rId28"/>
    <p:sldId id="293" r:id="rId29"/>
    <p:sldId id="327" r:id="rId30"/>
    <p:sldId id="294" r:id="rId31"/>
    <p:sldId id="306" r:id="rId32"/>
    <p:sldId id="321" r:id="rId33"/>
    <p:sldId id="322" r:id="rId34"/>
    <p:sldId id="318" r:id="rId35"/>
    <p:sldId id="330" r:id="rId36"/>
    <p:sldId id="347" r:id="rId37"/>
    <p:sldId id="348" r:id="rId38"/>
    <p:sldId id="296" r:id="rId39"/>
    <p:sldId id="297" r:id="rId40"/>
    <p:sldId id="298" r:id="rId41"/>
    <p:sldId id="331" r:id="rId42"/>
    <p:sldId id="332" r:id="rId43"/>
    <p:sldId id="341" r:id="rId44"/>
    <p:sldId id="342" r:id="rId45"/>
    <p:sldId id="299" r:id="rId46"/>
    <p:sldId id="300" r:id="rId47"/>
    <p:sldId id="301" r:id="rId48"/>
    <p:sldId id="324" r:id="rId49"/>
    <p:sldId id="325" r:id="rId50"/>
    <p:sldId id="326" r:id="rId51"/>
    <p:sldId id="302" r:id="rId52"/>
    <p:sldId id="303" r:id="rId53"/>
    <p:sldId id="319" r:id="rId54"/>
    <p:sldId id="320" r:id="rId55"/>
    <p:sldId id="304" r:id="rId56"/>
    <p:sldId id="316" r:id="rId57"/>
    <p:sldId id="317" r:id="rId58"/>
    <p:sldId id="310" r:id="rId59"/>
    <p:sldId id="305" r:id="rId60"/>
    <p:sldId id="328" r:id="rId61"/>
    <p:sldId id="329" r:id="rId62"/>
    <p:sldId id="307" r:id="rId63"/>
    <p:sldId id="308" r:id="rId64"/>
    <p:sldId id="323" r:id="rId65"/>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250"/>
    <p:restoredTop sz="96149"/>
  </p:normalViewPr>
  <p:slideViewPr>
    <p:cSldViewPr snapToGrid="0">
      <p:cViewPr>
        <p:scale>
          <a:sx n="57" d="100"/>
          <a:sy n="57" d="100"/>
        </p:scale>
        <p:origin x="3136" y="-80"/>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8/10/relationships/authors" Targe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16.03.26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16.03.26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3/16/26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3/16/26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3/16/26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3/16/26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3/16/26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3/16/26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3/16/26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3/16/26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3/16/26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3/16/26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0.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5.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3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47.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9.png"/></Relationships>
</file>

<file path=ppt/slides/_rels/slide40.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1.png"/></Relationships>
</file>

<file path=ppt/slides/_rels/slide4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4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56.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7.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59.png"/><Relationship Id="rId4" Type="http://schemas.openxmlformats.org/officeDocument/2006/relationships/image" Target="../media/image11.png"/></Relationships>
</file>

<file path=ppt/slides/_rels/slide4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63.png"/></Relationships>
</file>

<file path=ppt/slides/_rels/slide5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53.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2.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11.png"/></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2.png"/><Relationship Id="rId1" Type="http://schemas.openxmlformats.org/officeDocument/2006/relationships/slideLayout" Target="../slideLayouts/slideLayout2.xml"/><Relationship Id="rId5" Type="http://schemas.openxmlformats.org/officeDocument/2006/relationships/image" Target="../media/image66.png"/><Relationship Id="rId4" Type="http://schemas.openxmlformats.org/officeDocument/2006/relationships/image" Target="../media/image8.svg"/></Relationships>
</file>

<file path=ppt/slides/_rels/slide55.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5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57.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1.png"/></Relationships>
</file>

<file path=ppt/slides/_rels/slide58.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5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6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64.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78.png"/></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9EA5746-4CA2-7F18-A479-AC6A5D4059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DC900B-164F-FC29-9459-456AC455A3FE}"/>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FF1E42BB-D9EC-10A8-903D-6BF740B6C82B}"/>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E8F33130-30C1-CF29-4F19-0710F7074820}"/>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4FCA99-4121-035B-A997-1C5F783EEA48}"/>
              </a:ext>
            </a:extLst>
          </p:cNvPr>
          <p:cNvSpPr txBox="1"/>
          <p:nvPr/>
        </p:nvSpPr>
        <p:spPr>
          <a:xfrm>
            <a:off x="-10467474"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28" name="Picture 27">
            <a:extLst>
              <a:ext uri="{FF2B5EF4-FFF2-40B4-BE49-F238E27FC236}">
                <a16:creationId xmlns:a16="http://schemas.microsoft.com/office/drawing/2014/main" id="{10148781-0096-5479-1154-E21B39EBCC45}"/>
              </a:ext>
            </a:extLst>
          </p:cNvPr>
          <p:cNvPicPr preferRelativeResize="0">
            <a:picLocks/>
          </p:cNvPicPr>
          <p:nvPr/>
        </p:nvPicPr>
        <p:blipFill rotWithShape="1">
          <a:blip r:embed="rId3"/>
          <a:srcRect l="21291" t="22608" r="15162" b="14033"/>
          <a:stretch>
            <a:fillRect/>
          </a:stretch>
        </p:blipFill>
        <p:spPr>
          <a:xfrm>
            <a:off x="223306" y="4444504"/>
            <a:ext cx="9838800" cy="7200000"/>
          </a:xfrm>
          <a:prstGeom prst="rect">
            <a:avLst/>
          </a:prstGeom>
        </p:spPr>
      </p:pic>
      <p:sp>
        <p:nvSpPr>
          <p:cNvPr id="29" name="Right Arrow 28">
            <a:extLst>
              <a:ext uri="{FF2B5EF4-FFF2-40B4-BE49-F238E27FC236}">
                <a16:creationId xmlns:a16="http://schemas.microsoft.com/office/drawing/2014/main" id="{B2452425-A657-B484-00CB-7B674C76C00A}"/>
              </a:ext>
            </a:extLst>
          </p:cNvPr>
          <p:cNvSpPr/>
          <p:nvPr/>
        </p:nvSpPr>
        <p:spPr>
          <a:xfrm>
            <a:off x="4113074" y="12546419"/>
            <a:ext cx="2059264" cy="935665"/>
          </a:xfrm>
          <a:prstGeom prst="rightArrow">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solidFill>
                <a:schemeClr val="dk1"/>
              </a:solidFill>
            </a:endParaRPr>
          </a:p>
        </p:txBody>
      </p:sp>
    </p:spTree>
    <p:extLst>
      <p:ext uri="{BB962C8B-B14F-4D97-AF65-F5344CB8AC3E}">
        <p14:creationId xmlns:p14="http://schemas.microsoft.com/office/powerpoint/2010/main" val="396777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0A116EC-18E4-F6C7-62AD-CBB8038D8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024A7-8029-686B-CAF7-D329D64B3C78}"/>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4002FBA-E8FC-E022-419B-BAD542B03CAC}"/>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BCF2A538-535F-510E-6366-5199D7147795}"/>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D3B7DDB-BFA3-8712-7A19-00E83DD87C1A}"/>
              </a:ext>
            </a:extLst>
          </p:cNvPr>
          <p:cNvSpPr txBox="1"/>
          <p:nvPr/>
        </p:nvSpPr>
        <p:spPr>
          <a:xfrm>
            <a:off x="-10299032"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3" name="Picture 2">
            <a:extLst>
              <a:ext uri="{FF2B5EF4-FFF2-40B4-BE49-F238E27FC236}">
                <a16:creationId xmlns:a16="http://schemas.microsoft.com/office/drawing/2014/main" id="{5177E3B8-DC6D-0DB6-8CD8-F4FA7CE05AF8}"/>
              </a:ext>
            </a:extLst>
          </p:cNvPr>
          <p:cNvPicPr preferRelativeResize="0">
            <a:picLocks/>
          </p:cNvPicPr>
          <p:nvPr/>
        </p:nvPicPr>
        <p:blipFill rotWithShape="1">
          <a:blip r:embed="rId3"/>
          <a:srcRect l="20039" t="22126" r="13264" b="14462"/>
          <a:stretch>
            <a:fillRect/>
          </a:stretch>
        </p:blipFill>
        <p:spPr>
          <a:xfrm>
            <a:off x="223306" y="4451684"/>
            <a:ext cx="9838800" cy="7200000"/>
          </a:xfrm>
          <a:prstGeom prst="rect">
            <a:avLst/>
          </a:prstGeom>
        </p:spPr>
      </p:pic>
    </p:spTree>
    <p:extLst>
      <p:ext uri="{BB962C8B-B14F-4D97-AF65-F5344CB8AC3E}">
        <p14:creationId xmlns:p14="http://schemas.microsoft.com/office/powerpoint/2010/main" val="2898669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06FAFD4-F5F6-C12B-6E9B-15B62498FC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0807C0-2C79-D6DB-331C-2B703BDB9BC0}"/>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75F4B03F-99EE-3E09-A45B-D50B8996D33F}"/>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2" name="TextBox 1">
            <a:extLst>
              <a:ext uri="{FF2B5EF4-FFF2-40B4-BE49-F238E27FC236}">
                <a16:creationId xmlns:a16="http://schemas.microsoft.com/office/drawing/2014/main" id="{07BC8BF3-58ED-2079-1095-29046F58A5F6}"/>
              </a:ext>
            </a:extLst>
          </p:cNvPr>
          <p:cNvSpPr txBox="1"/>
          <p:nvPr/>
        </p:nvSpPr>
        <p:spPr>
          <a:xfrm>
            <a:off x="547157" y="10926693"/>
            <a:ext cx="1119360" cy="707886"/>
          </a:xfrm>
          <a:prstGeom prst="rect">
            <a:avLst/>
          </a:prstGeom>
          <a:noFill/>
        </p:spPr>
        <p:txBody>
          <a:bodyPr wrap="square" rtlCol="0">
            <a:spAutoFit/>
          </a:bodyPr>
          <a:lstStyle/>
          <a:p>
            <a:pPr algn="ctr"/>
            <a:r>
              <a:rPr lang="en-GB" sz="4000" dirty="0">
                <a:latin typeface="Patrick Hand" pitchFamily="2" charset="77"/>
              </a:rPr>
              <a:t>mat1</a:t>
            </a:r>
            <a:endParaRPr lang="en-DE" sz="4000" dirty="0">
              <a:latin typeface="Patrick Hand" pitchFamily="2" charset="77"/>
            </a:endParaRPr>
          </a:p>
        </p:txBody>
      </p:sp>
      <p:pic>
        <p:nvPicPr>
          <p:cNvPr id="3" name="Picture 2">
            <a:extLst>
              <a:ext uri="{FF2B5EF4-FFF2-40B4-BE49-F238E27FC236}">
                <a16:creationId xmlns:a16="http://schemas.microsoft.com/office/drawing/2014/main" id="{7641DFDB-1C55-66F2-801A-BDAA88320D5D}"/>
              </a:ext>
            </a:extLst>
          </p:cNvPr>
          <p:cNvPicPr>
            <a:picLocks/>
          </p:cNvPicPr>
          <p:nvPr/>
        </p:nvPicPr>
        <p:blipFill rotWithShape="1">
          <a:blip r:embed="rId4"/>
          <a:srcRect l="15093" t="29327" r="12045" b="18936"/>
          <a:stretch>
            <a:fillRect/>
          </a:stretch>
        </p:blipFill>
        <p:spPr>
          <a:xfrm>
            <a:off x="223306" y="4324349"/>
            <a:ext cx="9838800" cy="5400000"/>
          </a:xfrm>
          <a:prstGeom prst="rect">
            <a:avLst/>
          </a:prstGeom>
        </p:spPr>
      </p:pic>
      <p:sp>
        <p:nvSpPr>
          <p:cNvPr id="6" name="Double Bracket 5">
            <a:extLst>
              <a:ext uri="{FF2B5EF4-FFF2-40B4-BE49-F238E27FC236}">
                <a16:creationId xmlns:a16="http://schemas.microsoft.com/office/drawing/2014/main" id="{3604A4E8-0240-4921-7D16-393CEF8A083B}"/>
              </a:ext>
            </a:extLst>
          </p:cNvPr>
          <p:cNvSpPr/>
          <p:nvPr/>
        </p:nvSpPr>
        <p:spPr>
          <a:xfrm>
            <a:off x="18570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7" name="TextBox 6">
            <a:extLst>
              <a:ext uri="{FF2B5EF4-FFF2-40B4-BE49-F238E27FC236}">
                <a16:creationId xmlns:a16="http://schemas.microsoft.com/office/drawing/2014/main" id="{DE7C9993-A5C8-9995-EE57-E4AC6B63E5BD}"/>
              </a:ext>
            </a:extLst>
          </p:cNvPr>
          <p:cNvSpPr txBox="1"/>
          <p:nvPr/>
        </p:nvSpPr>
        <p:spPr>
          <a:xfrm>
            <a:off x="2185606" y="10637966"/>
            <a:ext cx="1486304" cy="1323439"/>
          </a:xfrm>
          <a:prstGeom prst="rect">
            <a:avLst/>
          </a:prstGeom>
          <a:noFill/>
        </p:spPr>
        <p:txBody>
          <a:bodyPr wrap="none" rtlCol="0">
            <a:spAutoFit/>
          </a:bodyPr>
          <a:lstStyle/>
          <a:p>
            <a:pPr algn="l"/>
            <a:r>
              <a:rPr lang="en-GB" sz="4000" dirty="0">
                <a:latin typeface="Patrick Hand" pitchFamily="2" charset="77"/>
              </a:rPr>
              <a:t>1       0</a:t>
            </a:r>
          </a:p>
          <a:p>
            <a:pPr algn="l"/>
            <a:r>
              <a:rPr lang="en-GB" sz="4000" dirty="0">
                <a:latin typeface="Patrick Hand" pitchFamily="2" charset="77"/>
              </a:rPr>
              <a:t>0      1</a:t>
            </a:r>
            <a:endParaRPr lang="en-DE" sz="4000" dirty="0">
              <a:latin typeface="Patrick Hand" pitchFamily="2" charset="77"/>
            </a:endParaRPr>
          </a:p>
        </p:txBody>
      </p:sp>
      <p:sp>
        <p:nvSpPr>
          <p:cNvPr id="10" name="TextBox 9">
            <a:extLst>
              <a:ext uri="{FF2B5EF4-FFF2-40B4-BE49-F238E27FC236}">
                <a16:creationId xmlns:a16="http://schemas.microsoft.com/office/drawing/2014/main" id="{737E4E51-638E-5418-E38F-AC097AD27851}"/>
              </a:ext>
            </a:extLst>
          </p:cNvPr>
          <p:cNvSpPr txBox="1"/>
          <p:nvPr/>
        </p:nvSpPr>
        <p:spPr>
          <a:xfrm>
            <a:off x="4800600" y="10926693"/>
            <a:ext cx="1285517" cy="707886"/>
          </a:xfrm>
          <a:prstGeom prst="rect">
            <a:avLst/>
          </a:prstGeom>
          <a:noFill/>
        </p:spPr>
        <p:txBody>
          <a:bodyPr wrap="square" rtlCol="0">
            <a:spAutoFit/>
          </a:bodyPr>
          <a:lstStyle/>
          <a:p>
            <a:pPr algn="ctr"/>
            <a:r>
              <a:rPr lang="en-GB" sz="4000" dirty="0">
                <a:latin typeface="Patrick Hand" pitchFamily="2" charset="77"/>
              </a:rPr>
              <a:t>mat2</a:t>
            </a:r>
            <a:endParaRPr lang="en-DE" sz="4000" dirty="0">
              <a:latin typeface="Patrick Hand" pitchFamily="2" charset="77"/>
            </a:endParaRPr>
          </a:p>
        </p:txBody>
      </p:sp>
      <p:sp>
        <p:nvSpPr>
          <p:cNvPr id="11" name="Double Bracket 10">
            <a:extLst>
              <a:ext uri="{FF2B5EF4-FFF2-40B4-BE49-F238E27FC236}">
                <a16:creationId xmlns:a16="http://schemas.microsoft.com/office/drawing/2014/main" id="{D0944FD2-43B0-3A23-02FC-4997520AA61E}"/>
              </a:ext>
            </a:extLst>
          </p:cNvPr>
          <p:cNvSpPr/>
          <p:nvPr/>
        </p:nvSpPr>
        <p:spPr>
          <a:xfrm>
            <a:off x="62766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2" name="TextBox 11">
            <a:extLst>
              <a:ext uri="{FF2B5EF4-FFF2-40B4-BE49-F238E27FC236}">
                <a16:creationId xmlns:a16="http://schemas.microsoft.com/office/drawing/2014/main" id="{A405B480-BE18-78F5-3C3B-AA01C64395A5}"/>
              </a:ext>
            </a:extLst>
          </p:cNvPr>
          <p:cNvSpPr txBox="1"/>
          <p:nvPr/>
        </p:nvSpPr>
        <p:spPr>
          <a:xfrm>
            <a:off x="6605206" y="10637966"/>
            <a:ext cx="1486304" cy="1323439"/>
          </a:xfrm>
          <a:prstGeom prst="rect">
            <a:avLst/>
          </a:prstGeom>
          <a:noFill/>
        </p:spPr>
        <p:txBody>
          <a:bodyPr wrap="none" rtlCol="0">
            <a:spAutoFit/>
          </a:bodyPr>
          <a:lstStyle/>
          <a:p>
            <a:pPr algn="l"/>
            <a:r>
              <a:rPr lang="en-GB" sz="4000" dirty="0">
                <a:latin typeface="Patrick Hand" pitchFamily="2" charset="77"/>
              </a:rPr>
              <a:t>5       6</a:t>
            </a:r>
          </a:p>
          <a:p>
            <a:pPr algn="l"/>
            <a:r>
              <a:rPr lang="en-GB" sz="4000" dirty="0">
                <a:latin typeface="Patrick Hand" pitchFamily="2" charset="77"/>
              </a:rPr>
              <a:t>7      8</a:t>
            </a:r>
            <a:endParaRPr lang="en-DE" sz="4000" dirty="0">
              <a:latin typeface="Patrick Hand" pitchFamily="2" charset="77"/>
            </a:endParaRPr>
          </a:p>
        </p:txBody>
      </p:sp>
    </p:spTree>
    <p:extLst>
      <p:ext uri="{BB962C8B-B14F-4D97-AF65-F5344CB8AC3E}">
        <p14:creationId xmlns:p14="http://schemas.microsoft.com/office/powerpoint/2010/main" val="1547670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73E1832-29C9-D816-2AFC-8ED79E1EE74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3E269-3916-C6D5-DDE8-4A1CCAC50739}"/>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1E4CC30-AB61-FE07-6341-2832FA65911F}"/>
              </a:ext>
            </a:extLst>
          </p:cNvPr>
          <p:cNvPicPr>
            <a:picLocks noChangeAspect="1"/>
          </p:cNvPicPr>
          <p:nvPr/>
        </p:nvPicPr>
        <p:blipFill>
          <a:blip r:embed="rId3"/>
          <a:stretch>
            <a:fillRect/>
          </a:stretch>
        </p:blipFill>
        <p:spPr>
          <a:xfrm>
            <a:off x="279499" y="3138586"/>
            <a:ext cx="1063167" cy="1063167"/>
          </a:xfrm>
          <a:prstGeom prst="rect">
            <a:avLst/>
          </a:prstGeom>
        </p:spPr>
      </p:pic>
      <p:pic>
        <p:nvPicPr>
          <p:cNvPr id="6" name="Picture 5">
            <a:extLst>
              <a:ext uri="{FF2B5EF4-FFF2-40B4-BE49-F238E27FC236}">
                <a16:creationId xmlns:a16="http://schemas.microsoft.com/office/drawing/2014/main" id="{C2101CF4-889C-1C14-B8AE-5772AC3763CE}"/>
              </a:ext>
            </a:extLst>
          </p:cNvPr>
          <p:cNvPicPr preferRelativeResize="0">
            <a:picLocks/>
          </p:cNvPicPr>
          <p:nvPr/>
        </p:nvPicPr>
        <p:blipFill rotWithShape="1">
          <a:blip r:embed="rId4"/>
          <a:srcRect l="16394" t="24152" r="12341" b="15258"/>
          <a:stretch>
            <a:fillRect/>
          </a:stretch>
        </p:blipFill>
        <p:spPr>
          <a:xfrm>
            <a:off x="223034" y="4324349"/>
            <a:ext cx="9838800" cy="5400000"/>
          </a:xfrm>
          <a:prstGeom prst="rect">
            <a:avLst/>
          </a:prstGeom>
        </p:spPr>
      </p:pic>
      <p:sp>
        <p:nvSpPr>
          <p:cNvPr id="12" name="TextBox 11">
            <a:extLst>
              <a:ext uri="{FF2B5EF4-FFF2-40B4-BE49-F238E27FC236}">
                <a16:creationId xmlns:a16="http://schemas.microsoft.com/office/drawing/2014/main" id="{D4CF9064-4B2F-79EC-6A8B-6CEC0D54E5C1}"/>
              </a:ext>
            </a:extLst>
          </p:cNvPr>
          <p:cNvSpPr txBox="1"/>
          <p:nvPr/>
        </p:nvSpPr>
        <p:spPr>
          <a:xfrm>
            <a:off x="1961356" y="10221843"/>
            <a:ext cx="4028717" cy="1323439"/>
          </a:xfrm>
          <a:prstGeom prst="rect">
            <a:avLst/>
          </a:prstGeom>
          <a:noFill/>
        </p:spPr>
        <p:txBody>
          <a:bodyPr wrap="square" rtlCol="0">
            <a:spAutoFit/>
          </a:bodyPr>
          <a:lstStyle/>
          <a:p>
            <a:pPr algn="ctr"/>
            <a:r>
              <a:rPr lang="en-GB" sz="4000" dirty="0">
                <a:latin typeface="Patrick Hand" pitchFamily="2" charset="77"/>
              </a:rPr>
              <a:t>multiplication1</a:t>
            </a:r>
          </a:p>
          <a:p>
            <a:pPr algn="ctr"/>
            <a:r>
              <a:rPr lang="en-GB" sz="4000" dirty="0">
                <a:latin typeface="Patrick Hand" pitchFamily="2" charset="77"/>
              </a:rPr>
              <a:t>multiplication2</a:t>
            </a:r>
          </a:p>
        </p:txBody>
      </p:sp>
      <p:sp>
        <p:nvSpPr>
          <p:cNvPr id="13" name="Double Bracket 12">
            <a:extLst>
              <a:ext uri="{FF2B5EF4-FFF2-40B4-BE49-F238E27FC236}">
                <a16:creationId xmlns:a16="http://schemas.microsoft.com/office/drawing/2014/main" id="{3D73C771-62B0-4F9A-1677-D41FAAD1BD81}"/>
              </a:ext>
            </a:extLst>
          </p:cNvPr>
          <p:cNvSpPr/>
          <p:nvPr/>
        </p:nvSpPr>
        <p:spPr>
          <a:xfrm>
            <a:off x="6180572" y="98804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4" name="TextBox 13">
            <a:extLst>
              <a:ext uri="{FF2B5EF4-FFF2-40B4-BE49-F238E27FC236}">
                <a16:creationId xmlns:a16="http://schemas.microsoft.com/office/drawing/2014/main" id="{3E830A40-53C6-756D-6B3B-A30123F981C3}"/>
              </a:ext>
            </a:extLst>
          </p:cNvPr>
          <p:cNvSpPr txBox="1"/>
          <p:nvPr/>
        </p:nvSpPr>
        <p:spPr>
          <a:xfrm>
            <a:off x="6509162" y="10295066"/>
            <a:ext cx="1486304" cy="1323439"/>
          </a:xfrm>
          <a:prstGeom prst="rect">
            <a:avLst/>
          </a:prstGeom>
          <a:noFill/>
        </p:spPr>
        <p:txBody>
          <a:bodyPr wrap="none" rtlCol="0">
            <a:spAutoFit/>
          </a:bodyPr>
          <a:lstStyle/>
          <a:p>
            <a:pPr algn="ctr"/>
            <a:r>
              <a:rPr lang="en-GB" sz="4000" dirty="0">
                <a:latin typeface="Patrick Hand" pitchFamily="2" charset="77"/>
              </a:rPr>
              <a:t>5       6</a:t>
            </a:r>
          </a:p>
          <a:p>
            <a:pPr algn="ctr"/>
            <a:r>
              <a:rPr lang="en-GB" sz="4000" dirty="0">
                <a:latin typeface="Patrick Hand" pitchFamily="2" charset="77"/>
              </a:rPr>
              <a:t>7      8</a:t>
            </a:r>
            <a:endParaRPr lang="en-DE" sz="4000" dirty="0">
              <a:latin typeface="Patrick Hand" pitchFamily="2" charset="77"/>
            </a:endParaRPr>
          </a:p>
        </p:txBody>
      </p:sp>
      <p:grpSp>
        <p:nvGrpSpPr>
          <p:cNvPr id="19" name="Group 18">
            <a:extLst>
              <a:ext uri="{FF2B5EF4-FFF2-40B4-BE49-F238E27FC236}">
                <a16:creationId xmlns:a16="http://schemas.microsoft.com/office/drawing/2014/main" id="{AA50E18C-1F43-9739-7A72-579F64E83C62}"/>
              </a:ext>
            </a:extLst>
          </p:cNvPr>
          <p:cNvGrpSpPr/>
          <p:nvPr/>
        </p:nvGrpSpPr>
        <p:grpSpPr>
          <a:xfrm>
            <a:off x="266700" y="12318861"/>
            <a:ext cx="8057356" cy="2114550"/>
            <a:chOff x="419100" y="12318861"/>
            <a:chExt cx="8057356" cy="2114550"/>
          </a:xfrm>
        </p:grpSpPr>
        <p:sp>
          <p:nvSpPr>
            <p:cNvPr id="16" name="TextBox 15">
              <a:extLst>
                <a:ext uri="{FF2B5EF4-FFF2-40B4-BE49-F238E27FC236}">
                  <a16:creationId xmlns:a16="http://schemas.microsoft.com/office/drawing/2014/main" id="{B6945A97-02AD-B5B2-46CC-C8944A7510E7}"/>
                </a:ext>
              </a:extLst>
            </p:cNvPr>
            <p:cNvSpPr txBox="1"/>
            <p:nvPr/>
          </p:nvSpPr>
          <p:spPr>
            <a:xfrm>
              <a:off x="419100" y="12660243"/>
              <a:ext cx="5723373" cy="707886"/>
            </a:xfrm>
            <a:prstGeom prst="rect">
              <a:avLst/>
            </a:prstGeom>
            <a:noFill/>
          </p:spPr>
          <p:txBody>
            <a:bodyPr wrap="square" rtlCol="0">
              <a:spAutoFit/>
            </a:bodyPr>
            <a:lstStyle/>
            <a:p>
              <a:pPr algn="ctr"/>
              <a:r>
                <a:rPr lang="en-GB" sz="4000" dirty="0" err="1">
                  <a:latin typeface="Patrick Hand" pitchFamily="2" charset="77"/>
                </a:rPr>
                <a:t>element_wise_multiplication</a:t>
              </a:r>
              <a:endParaRPr lang="en-GB" sz="4000" dirty="0">
                <a:latin typeface="Patrick Hand" pitchFamily="2" charset="77"/>
              </a:endParaRPr>
            </a:p>
          </p:txBody>
        </p:sp>
        <p:sp>
          <p:nvSpPr>
            <p:cNvPr id="17" name="Double Bracket 16">
              <a:extLst>
                <a:ext uri="{FF2B5EF4-FFF2-40B4-BE49-F238E27FC236}">
                  <a16:creationId xmlns:a16="http://schemas.microsoft.com/office/drawing/2014/main" id="{0CD5E1D3-E079-2748-5105-2054DBB702C4}"/>
                </a:ext>
              </a:extLst>
            </p:cNvPr>
            <p:cNvSpPr/>
            <p:nvPr/>
          </p:nvSpPr>
          <p:spPr>
            <a:xfrm>
              <a:off x="6332972" y="123188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3A189EE-5A50-41F1-DE40-919E33FB4306}"/>
                </a:ext>
              </a:extLst>
            </p:cNvPr>
            <p:cNvSpPr txBox="1"/>
            <p:nvPr/>
          </p:nvSpPr>
          <p:spPr>
            <a:xfrm>
              <a:off x="6661562" y="12733466"/>
              <a:ext cx="1486304" cy="1323439"/>
            </a:xfrm>
            <a:prstGeom prst="rect">
              <a:avLst/>
            </a:prstGeom>
            <a:noFill/>
          </p:spPr>
          <p:txBody>
            <a:bodyPr wrap="none" rtlCol="0">
              <a:spAutoFit/>
            </a:bodyPr>
            <a:lstStyle/>
            <a:p>
              <a:pPr algn="ctr"/>
              <a:r>
                <a:rPr lang="en-GB" sz="4000" dirty="0">
                  <a:latin typeface="Patrick Hand" pitchFamily="2" charset="77"/>
                </a:rPr>
                <a:t>5       0</a:t>
              </a:r>
            </a:p>
            <a:p>
              <a:pPr algn="ctr"/>
              <a:r>
                <a:rPr lang="en-GB" sz="4000" dirty="0">
                  <a:latin typeface="Patrick Hand" pitchFamily="2" charset="77"/>
                </a:rPr>
                <a:t>0      8</a:t>
              </a:r>
              <a:endParaRPr lang="en-DE" sz="4000" dirty="0">
                <a:latin typeface="Patrick Hand" pitchFamily="2" charset="77"/>
              </a:endParaRPr>
            </a:p>
          </p:txBody>
        </p:sp>
      </p:grpSp>
    </p:spTree>
    <p:extLst>
      <p:ext uri="{BB962C8B-B14F-4D97-AF65-F5344CB8AC3E}">
        <p14:creationId xmlns:p14="http://schemas.microsoft.com/office/powerpoint/2010/main" val="141981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DB5F593-22A7-F7C6-F23D-6320A11735D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0C963E-2F72-2382-301F-E246F8CC0991}"/>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9E52F5F7-D172-577A-5DA6-E0287F4FBC45}"/>
              </a:ext>
            </a:extLst>
          </p:cNvPr>
          <p:cNvPicPr>
            <a:picLocks noChangeAspect="1"/>
          </p:cNvPicPr>
          <p:nvPr/>
        </p:nvPicPr>
        <p:blipFill>
          <a:blip r:embed="rId2"/>
          <a:stretch>
            <a:fillRect/>
          </a:stretch>
        </p:blipFill>
        <p:spPr>
          <a:xfrm>
            <a:off x="291074" y="3127011"/>
            <a:ext cx="1063167" cy="1063167"/>
          </a:xfrm>
          <a:prstGeom prst="rect">
            <a:avLst/>
          </a:prstGeom>
        </p:spPr>
      </p:pic>
      <p:sp>
        <p:nvSpPr>
          <p:cNvPr id="7" name="TextBox 6">
            <a:extLst>
              <a:ext uri="{FF2B5EF4-FFF2-40B4-BE49-F238E27FC236}">
                <a16:creationId xmlns:a16="http://schemas.microsoft.com/office/drawing/2014/main" id="{1B5A4101-4D5E-685F-3D48-05D3473EA11A}"/>
              </a:ext>
            </a:extLst>
          </p:cNvPr>
          <p:cNvSpPr txBox="1"/>
          <p:nvPr/>
        </p:nvSpPr>
        <p:spPr>
          <a:xfrm>
            <a:off x="354856" y="5400675"/>
            <a:ext cx="1861407"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nput_1 (1)</a:t>
            </a:r>
          </a:p>
        </p:txBody>
      </p:sp>
      <p:sp>
        <p:nvSpPr>
          <p:cNvPr id="8" name="TextBox 7">
            <a:extLst>
              <a:ext uri="{FF2B5EF4-FFF2-40B4-BE49-F238E27FC236}">
                <a16:creationId xmlns:a16="http://schemas.microsoft.com/office/drawing/2014/main" id="{30BDDEC7-07A9-4C1F-095E-F840C48C28C1}"/>
              </a:ext>
            </a:extLst>
          </p:cNvPr>
          <p:cNvSpPr txBox="1"/>
          <p:nvPr/>
        </p:nvSpPr>
        <p:spPr>
          <a:xfrm>
            <a:off x="354856" y="6381749"/>
            <a:ext cx="194796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nput_2 (2)</a:t>
            </a:r>
          </a:p>
        </p:txBody>
      </p:sp>
      <p:sp>
        <p:nvSpPr>
          <p:cNvPr id="9" name="TextBox 8">
            <a:extLst>
              <a:ext uri="{FF2B5EF4-FFF2-40B4-BE49-F238E27FC236}">
                <a16:creationId xmlns:a16="http://schemas.microsoft.com/office/drawing/2014/main" id="{D5F95503-4F39-14C6-EC5B-2CB100E5B254}"/>
              </a:ext>
            </a:extLst>
          </p:cNvPr>
          <p:cNvSpPr txBox="1"/>
          <p:nvPr/>
        </p:nvSpPr>
        <p:spPr>
          <a:xfrm>
            <a:off x="354856" y="7362823"/>
            <a:ext cx="193193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nput_3 (3)</a:t>
            </a:r>
          </a:p>
        </p:txBody>
      </p:sp>
      <p:sp>
        <p:nvSpPr>
          <p:cNvPr id="10" name="TextBox 9">
            <a:extLst>
              <a:ext uri="{FF2B5EF4-FFF2-40B4-BE49-F238E27FC236}">
                <a16:creationId xmlns:a16="http://schemas.microsoft.com/office/drawing/2014/main" id="{F7C649D4-DE2C-F795-4DB1-53DC1B32585B}"/>
              </a:ext>
            </a:extLst>
          </p:cNvPr>
          <p:cNvSpPr txBox="1"/>
          <p:nvPr/>
        </p:nvSpPr>
        <p:spPr>
          <a:xfrm>
            <a:off x="2903563" y="5400675"/>
            <a:ext cx="1136850"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W=0.2</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1" name="TextBox 10">
            <a:extLst>
              <a:ext uri="{FF2B5EF4-FFF2-40B4-BE49-F238E27FC236}">
                <a16:creationId xmlns:a16="http://schemas.microsoft.com/office/drawing/2014/main" id="{D71766CC-D5F7-0298-B8C9-A8FEBC5996A5}"/>
              </a:ext>
            </a:extLst>
          </p:cNvPr>
          <p:cNvSpPr txBox="1"/>
          <p:nvPr/>
        </p:nvSpPr>
        <p:spPr>
          <a:xfrm>
            <a:off x="2903563" y="6381749"/>
            <a:ext cx="11224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W=0.8</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5" name="TextBox 14">
            <a:extLst>
              <a:ext uri="{FF2B5EF4-FFF2-40B4-BE49-F238E27FC236}">
                <a16:creationId xmlns:a16="http://schemas.microsoft.com/office/drawing/2014/main" id="{C3A124B6-7FA6-7235-5D56-D70495203681}"/>
              </a:ext>
            </a:extLst>
          </p:cNvPr>
          <p:cNvSpPr txBox="1"/>
          <p:nvPr/>
        </p:nvSpPr>
        <p:spPr>
          <a:xfrm>
            <a:off x="2903563" y="7362823"/>
            <a:ext cx="12827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W=-0.5</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21" name="Straight Arrow Connector 20">
            <a:extLst>
              <a:ext uri="{FF2B5EF4-FFF2-40B4-BE49-F238E27FC236}">
                <a16:creationId xmlns:a16="http://schemas.microsoft.com/office/drawing/2014/main" id="{C147649A-AC9E-4667-56D1-32532B2FA84B}"/>
              </a:ext>
            </a:extLst>
          </p:cNvPr>
          <p:cNvCxnSpPr>
            <a:cxnSpLocks/>
          </p:cNvCxnSpPr>
          <p:nvPr/>
        </p:nvCxnSpPr>
        <p:spPr>
          <a:xfrm>
            <a:off x="2216263" y="569306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3D96E72-68DA-4919-D974-9EE861F57CA9}"/>
              </a:ext>
            </a:extLst>
          </p:cNvPr>
          <p:cNvCxnSpPr>
            <a:cxnSpLocks/>
          </p:cNvCxnSpPr>
          <p:nvPr/>
        </p:nvCxnSpPr>
        <p:spPr>
          <a:xfrm>
            <a:off x="2216263" y="7655211"/>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22849C2-E97B-8D26-9255-7FAE234652F1}"/>
              </a:ext>
            </a:extLst>
          </p:cNvPr>
          <p:cNvCxnSpPr>
            <a:cxnSpLocks/>
          </p:cNvCxnSpPr>
          <p:nvPr/>
        </p:nvCxnSpPr>
        <p:spPr>
          <a:xfrm>
            <a:off x="3974658" y="5659219"/>
            <a:ext cx="1187089" cy="503567"/>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AEFF39A-6BF7-B560-0FF9-21210E08C82F}"/>
              </a:ext>
            </a:extLst>
          </p:cNvPr>
          <p:cNvCxnSpPr>
            <a:cxnSpLocks/>
            <a:stCxn id="11" idx="3"/>
            <a:endCxn id="33" idx="1"/>
          </p:cNvCxnSpPr>
          <p:nvPr/>
        </p:nvCxnSpPr>
        <p:spPr>
          <a:xfrm flipV="1">
            <a:off x="4025986" y="6657485"/>
            <a:ext cx="1121334" cy="16652"/>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FA9FA9F-8460-EF02-4578-A496A8C0BC81}"/>
              </a:ext>
            </a:extLst>
          </p:cNvPr>
          <p:cNvCxnSpPr>
            <a:cxnSpLocks/>
          </p:cNvCxnSpPr>
          <p:nvPr/>
        </p:nvCxnSpPr>
        <p:spPr>
          <a:xfrm flipV="1">
            <a:off x="4198044" y="7184993"/>
            <a:ext cx="963703" cy="466033"/>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E346C75-2443-DB10-1736-9540B5634B55}"/>
              </a:ext>
            </a:extLst>
          </p:cNvPr>
          <p:cNvSpPr txBox="1"/>
          <p:nvPr/>
        </p:nvSpPr>
        <p:spPr>
          <a:xfrm>
            <a:off x="5147320" y="6180431"/>
            <a:ext cx="4783237" cy="954107"/>
          </a:xfrm>
          <a:prstGeom prst="rect">
            <a:avLst/>
          </a:prstGeom>
          <a:noFill/>
        </p:spPr>
        <p:txBody>
          <a:bodyPr wrap="square" rtlCol="0">
            <a:spAutoFit/>
          </a:bodyPr>
          <a:lstStyle/>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neuron ] + bias(0.7)     --&gt; output</a:t>
            </a:r>
          </a:p>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1*0.2+2*0.8+3*-0.5+0.7 --&gt; 1.0</a:t>
            </a:r>
            <a:endParaRPr lang="en-DE"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50" name="Straight Arrow Connector 49">
            <a:extLst>
              <a:ext uri="{FF2B5EF4-FFF2-40B4-BE49-F238E27FC236}">
                <a16:creationId xmlns:a16="http://schemas.microsoft.com/office/drawing/2014/main" id="{57CF8DB9-8828-FEB8-62F0-2F7CBA38D004}"/>
              </a:ext>
            </a:extLst>
          </p:cNvPr>
          <p:cNvCxnSpPr>
            <a:cxnSpLocks/>
          </p:cNvCxnSpPr>
          <p:nvPr/>
        </p:nvCxnSpPr>
        <p:spPr>
          <a:xfrm>
            <a:off x="2216263" y="667125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1C59D28F-ECC7-6381-3E2A-D37F93FA68E2}"/>
              </a:ext>
            </a:extLst>
          </p:cNvPr>
          <p:cNvSpPr txBox="1"/>
          <p:nvPr/>
        </p:nvSpPr>
        <p:spPr>
          <a:xfrm>
            <a:off x="257326" y="8603455"/>
            <a:ext cx="9770760" cy="923330"/>
          </a:xfrm>
          <a:prstGeom prst="rect">
            <a:avLst/>
          </a:prstGeom>
          <a:noFill/>
        </p:spPr>
        <p:txBody>
          <a:bodyPr wrap="square" rtlCol="0">
            <a:spAutoFit/>
          </a:bodyPr>
          <a:lstStyle/>
          <a:p>
            <a:pPr algn="ctr"/>
            <a:r>
              <a:rPr lang="en-GB" sz="5400" dirty="0">
                <a:latin typeface="Patrick Hand" pitchFamily="2" charset="77"/>
              </a:rPr>
              <a:t>Simulating a Neural Network Neuron</a:t>
            </a:r>
          </a:p>
        </p:txBody>
      </p:sp>
      <p:sp>
        <p:nvSpPr>
          <p:cNvPr id="53" name="Right Arrow 52">
            <a:extLst>
              <a:ext uri="{FF2B5EF4-FFF2-40B4-BE49-F238E27FC236}">
                <a16:creationId xmlns:a16="http://schemas.microsoft.com/office/drawing/2014/main" id="{4E9F9069-8009-7877-35F7-B66768C848FD}"/>
              </a:ext>
            </a:extLst>
          </p:cNvPr>
          <p:cNvSpPr/>
          <p:nvPr/>
        </p:nvSpPr>
        <p:spPr>
          <a:xfrm>
            <a:off x="4407297" y="9715493"/>
            <a:ext cx="1470818" cy="700087"/>
          </a:xfrm>
          <a:prstGeom prst="rightArrow">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5400" b="1" dirty="0">
              <a:ln/>
              <a:solidFill>
                <a:schemeClr val="accent4"/>
              </a:solidFill>
            </a:endParaRPr>
          </a:p>
        </p:txBody>
      </p:sp>
      <p:sp>
        <p:nvSpPr>
          <p:cNvPr id="69" name="TextBox 68">
            <a:extLst>
              <a:ext uri="{FF2B5EF4-FFF2-40B4-BE49-F238E27FC236}">
                <a16:creationId xmlns:a16="http://schemas.microsoft.com/office/drawing/2014/main" id="{38436260-86E2-8F6A-CCB5-3F8C254C2B47}"/>
              </a:ext>
            </a:extLst>
          </p:cNvPr>
          <p:cNvSpPr txBox="1"/>
          <p:nvPr/>
        </p:nvSpPr>
        <p:spPr>
          <a:xfrm>
            <a:off x="2403129" y="5344904"/>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0" name="TextBox 69">
            <a:extLst>
              <a:ext uri="{FF2B5EF4-FFF2-40B4-BE49-F238E27FC236}">
                <a16:creationId xmlns:a16="http://schemas.microsoft.com/office/drawing/2014/main" id="{9C5A7313-7CE5-5750-A6EB-3746A27840D5}"/>
              </a:ext>
            </a:extLst>
          </p:cNvPr>
          <p:cNvSpPr txBox="1"/>
          <p:nvPr/>
        </p:nvSpPr>
        <p:spPr>
          <a:xfrm>
            <a:off x="2403129" y="6325987"/>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1" name="TextBox 70">
            <a:extLst>
              <a:ext uri="{FF2B5EF4-FFF2-40B4-BE49-F238E27FC236}">
                <a16:creationId xmlns:a16="http://schemas.microsoft.com/office/drawing/2014/main" id="{426AB5B8-9702-9702-F287-AF64429BF63F}"/>
              </a:ext>
            </a:extLst>
          </p:cNvPr>
          <p:cNvSpPr txBox="1"/>
          <p:nvPr/>
        </p:nvSpPr>
        <p:spPr>
          <a:xfrm>
            <a:off x="2403129" y="7321359"/>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2" name="TextBox 71">
            <a:extLst>
              <a:ext uri="{FF2B5EF4-FFF2-40B4-BE49-F238E27FC236}">
                <a16:creationId xmlns:a16="http://schemas.microsoft.com/office/drawing/2014/main" id="{8EC09BB0-E57C-AE3C-30E1-F01CFA061AE1}"/>
              </a:ext>
            </a:extLst>
          </p:cNvPr>
          <p:cNvSpPr txBox="1"/>
          <p:nvPr/>
        </p:nvSpPr>
        <p:spPr>
          <a:xfrm>
            <a:off x="4461601" y="5454823"/>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3" name="TextBox 72">
            <a:extLst>
              <a:ext uri="{FF2B5EF4-FFF2-40B4-BE49-F238E27FC236}">
                <a16:creationId xmlns:a16="http://schemas.microsoft.com/office/drawing/2014/main" id="{F8C275E1-95D1-7788-FD38-737D481A516B}"/>
              </a:ext>
            </a:extLst>
          </p:cNvPr>
          <p:cNvSpPr txBox="1"/>
          <p:nvPr/>
        </p:nvSpPr>
        <p:spPr>
          <a:xfrm>
            <a:off x="4461601" y="6207301"/>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4" name="TextBox 73">
            <a:extLst>
              <a:ext uri="{FF2B5EF4-FFF2-40B4-BE49-F238E27FC236}">
                <a16:creationId xmlns:a16="http://schemas.microsoft.com/office/drawing/2014/main" id="{D74AB11F-293E-6CEB-6C3F-B5A37EE0D1A1}"/>
              </a:ext>
            </a:extLst>
          </p:cNvPr>
          <p:cNvSpPr txBox="1"/>
          <p:nvPr/>
        </p:nvSpPr>
        <p:spPr>
          <a:xfrm>
            <a:off x="4461601" y="7259825"/>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653903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15DE27B-1219-010D-A0CC-0C624B04B0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3EAECC4-BF72-B536-16FB-2F5B94CC168C}"/>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dirty="0">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42862CE5-591E-D9DA-4C37-412B89A95A26}"/>
              </a:ext>
            </a:extLst>
          </p:cNvPr>
          <p:cNvPicPr>
            <a:picLocks noChangeAspect="1"/>
          </p:cNvPicPr>
          <p:nvPr/>
        </p:nvPicPr>
        <p:blipFill>
          <a:blip r:embed="rId2"/>
          <a:stretch>
            <a:fillRect/>
          </a:stretch>
        </p:blipFill>
        <p:spPr>
          <a:xfrm>
            <a:off x="291074" y="3127011"/>
            <a:ext cx="1063167" cy="1063167"/>
          </a:xfrm>
          <a:prstGeom prst="rect">
            <a:avLst/>
          </a:prstGeom>
        </p:spPr>
      </p:pic>
      <p:pic>
        <p:nvPicPr>
          <p:cNvPr id="19" name="Picture 18">
            <a:extLst>
              <a:ext uri="{FF2B5EF4-FFF2-40B4-BE49-F238E27FC236}">
                <a16:creationId xmlns:a16="http://schemas.microsoft.com/office/drawing/2014/main" id="{8DBDB357-2436-AA41-D93C-EFD7EC3A5038}"/>
              </a:ext>
            </a:extLst>
          </p:cNvPr>
          <p:cNvPicPr>
            <a:picLocks noChangeAspect="1"/>
          </p:cNvPicPr>
          <p:nvPr/>
        </p:nvPicPr>
        <p:blipFill rotWithShape="1">
          <a:blip r:embed="rId3"/>
          <a:srcRect l="17451" t="29971" r="12948" b="18920"/>
          <a:stretch>
            <a:fillRect/>
          </a:stretch>
        </p:blipFill>
        <p:spPr>
          <a:xfrm>
            <a:off x="223306" y="4359728"/>
            <a:ext cx="9838800" cy="4872548"/>
          </a:xfrm>
          <a:prstGeom prst="rect">
            <a:avLst/>
          </a:prstGeom>
        </p:spPr>
      </p:pic>
    </p:spTree>
    <p:extLst>
      <p:ext uri="{BB962C8B-B14F-4D97-AF65-F5344CB8AC3E}">
        <p14:creationId xmlns:p14="http://schemas.microsoft.com/office/powerpoint/2010/main" val="1231823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0CBC614-49A2-EC8F-5615-A2B383914C7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CB103-F84C-FB3F-B06B-B4D92F8A722E}"/>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B8F8371-32F9-87B8-4C5D-B193DEFFCB8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DA12B2F3-67D6-1414-3AD6-CA0548A0ACA3}"/>
              </a:ext>
            </a:extLst>
          </p:cNvPr>
          <p:cNvSpPr txBox="1"/>
          <p:nvPr/>
        </p:nvSpPr>
        <p:spPr>
          <a:xfrm>
            <a:off x="-5008791" y="3344771"/>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7" name="Picture 6">
            <a:extLst>
              <a:ext uri="{FF2B5EF4-FFF2-40B4-BE49-F238E27FC236}">
                <a16:creationId xmlns:a16="http://schemas.microsoft.com/office/drawing/2014/main" id="{F206A547-ADE0-CC82-B9FB-9A624EFAA430}"/>
              </a:ext>
            </a:extLst>
          </p:cNvPr>
          <p:cNvPicPr preferRelativeResize="0">
            <a:picLocks/>
          </p:cNvPicPr>
          <p:nvPr/>
        </p:nvPicPr>
        <p:blipFill rotWithShape="1">
          <a:blip r:embed="rId3"/>
          <a:srcRect l="19453" t="22064" r="12866" b="14122"/>
          <a:stretch>
            <a:fillRect/>
          </a:stretch>
        </p:blipFill>
        <p:spPr>
          <a:xfrm>
            <a:off x="223306" y="4448013"/>
            <a:ext cx="9838800" cy="7200000"/>
          </a:xfrm>
          <a:prstGeom prst="rect">
            <a:avLst/>
          </a:prstGeom>
        </p:spPr>
      </p:pic>
      <p:sp>
        <p:nvSpPr>
          <p:cNvPr id="8" name="Right Arrow 7">
            <a:extLst>
              <a:ext uri="{FF2B5EF4-FFF2-40B4-BE49-F238E27FC236}">
                <a16:creationId xmlns:a16="http://schemas.microsoft.com/office/drawing/2014/main" id="{34A4905D-32B0-4A01-391A-1B3D3C590DA1}"/>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0669587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CF8C96A1-C6D8-4685-7AF3-4A7C25FBDA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43558-9068-37AA-EC42-80A8CC844D82}"/>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E231520-EC22-148C-9C79-BDF316CCFE0E}"/>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A28A0992-3763-D6E8-35E6-C97A72176E43}"/>
              </a:ext>
            </a:extLst>
          </p:cNvPr>
          <p:cNvSpPr txBox="1"/>
          <p:nvPr/>
        </p:nvSpPr>
        <p:spPr>
          <a:xfrm>
            <a:off x="-4850132" y="3511196"/>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A372FEA1-9501-CA26-2312-4492CC787032}"/>
              </a:ext>
            </a:extLst>
          </p:cNvPr>
          <p:cNvPicPr preferRelativeResize="0">
            <a:picLocks/>
          </p:cNvPicPr>
          <p:nvPr/>
        </p:nvPicPr>
        <p:blipFill rotWithShape="1">
          <a:blip r:embed="rId3"/>
          <a:srcRect l="21499" t="24718" r="14354" b="16482"/>
          <a:stretch>
            <a:fillRect/>
          </a:stretch>
        </p:blipFill>
        <p:spPr>
          <a:xfrm>
            <a:off x="223306" y="4448011"/>
            <a:ext cx="9838800" cy="7200000"/>
          </a:xfrm>
          <a:prstGeom prst="rect">
            <a:avLst/>
          </a:prstGeom>
        </p:spPr>
      </p:pic>
      <p:sp>
        <p:nvSpPr>
          <p:cNvPr id="8" name="Right Arrow 7">
            <a:extLst>
              <a:ext uri="{FF2B5EF4-FFF2-40B4-BE49-F238E27FC236}">
                <a16:creationId xmlns:a16="http://schemas.microsoft.com/office/drawing/2014/main" id="{C78F65AD-8201-18E9-158B-7D4682AA5330}"/>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944557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299DA961-F7FA-F184-0BD0-14B3E7781D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9BB289-18FA-4E60-93AF-41330F2891F0}"/>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E04722-EE67-04FC-5D65-DDD5F5E59A6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7F7A0A8C-1F5C-6001-9295-32CA5E50E0A4}"/>
              </a:ext>
            </a:extLst>
          </p:cNvPr>
          <p:cNvSpPr txBox="1"/>
          <p:nvPr/>
        </p:nvSpPr>
        <p:spPr>
          <a:xfrm>
            <a:off x="-4989617" y="3571994"/>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4840AEC4-C533-BE18-D9F5-7A84320EE44A}"/>
              </a:ext>
            </a:extLst>
          </p:cNvPr>
          <p:cNvPicPr preferRelativeResize="0">
            <a:picLocks/>
          </p:cNvPicPr>
          <p:nvPr/>
        </p:nvPicPr>
        <p:blipFill rotWithShape="1">
          <a:blip r:embed="rId3"/>
          <a:srcRect l="19622" t="26155" r="13447" b="16504"/>
          <a:stretch>
            <a:fillRect/>
          </a:stretch>
        </p:blipFill>
        <p:spPr>
          <a:xfrm>
            <a:off x="223306" y="4448011"/>
            <a:ext cx="9838800" cy="7200000"/>
          </a:xfrm>
          <a:prstGeom prst="rect">
            <a:avLst/>
          </a:prstGeom>
        </p:spPr>
      </p:pic>
    </p:spTree>
    <p:extLst>
      <p:ext uri="{BB962C8B-B14F-4D97-AF65-F5344CB8AC3E}">
        <p14:creationId xmlns:p14="http://schemas.microsoft.com/office/powerpoint/2010/main" val="41495673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29.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31.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4"/>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20">
          <a:fgClr>
            <a:schemeClr val="accent6"/>
          </a:fgClr>
          <a:bgClr>
            <a:schemeClr val="bg1"/>
          </a:bgClr>
        </a:pattFill>
        <a:effectLst/>
      </p:bgPr>
    </p:bg>
    <p:spTree>
      <p:nvGrpSpPr>
        <p:cNvPr id="1" name="">
          <a:extLst>
            <a:ext uri="{FF2B5EF4-FFF2-40B4-BE49-F238E27FC236}">
              <a16:creationId xmlns:a16="http://schemas.microsoft.com/office/drawing/2014/main" id="{80D93A09-3D05-FA91-E2ED-50B2BB571A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2E5FF8-1330-0A05-07F6-6E692625A711}"/>
              </a:ext>
            </a:extLst>
          </p:cNvPr>
          <p:cNvSpPr txBox="1"/>
          <p:nvPr/>
        </p:nvSpPr>
        <p:spPr>
          <a:xfrm>
            <a:off x="223306" y="3136810"/>
            <a:ext cx="9838800" cy="1277088"/>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oAutofit/>
          </a:bodyPr>
          <a:lstStyle/>
          <a:p>
            <a:pPr algn="r"/>
            <a:r>
              <a:rPr lang="en-GB" sz="5400" b="1" dirty="0"/>
              <a:t>Python List vs NumPy Speed!</a:t>
            </a:r>
            <a:endParaRPr lang="en-GB" sz="54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704F8B27-0B96-FCB3-60D6-56C84FC28B01}"/>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E61FAC62-F65C-C231-701B-20428659F705}"/>
              </a:ext>
            </a:extLst>
          </p:cNvPr>
          <p:cNvPicPr>
            <a:picLocks noChangeAspect="1"/>
          </p:cNvPicPr>
          <p:nvPr/>
        </p:nvPicPr>
        <p:blipFill rotWithShape="1">
          <a:blip r:embed="rId3"/>
          <a:srcRect l="16385" t="17034" r="10605" b="10442"/>
          <a:stretch>
            <a:fillRect/>
          </a:stretch>
        </p:blipFill>
        <p:spPr>
          <a:xfrm>
            <a:off x="223306" y="4523148"/>
            <a:ext cx="9838800" cy="9419602"/>
          </a:xfrm>
          <a:prstGeom prst="rect">
            <a:avLst/>
          </a:prstGeom>
        </p:spPr>
      </p:pic>
      <p:cxnSp>
        <p:nvCxnSpPr>
          <p:cNvPr id="8" name="Straight Connector 7">
            <a:extLst>
              <a:ext uri="{FF2B5EF4-FFF2-40B4-BE49-F238E27FC236}">
                <a16:creationId xmlns:a16="http://schemas.microsoft.com/office/drawing/2014/main" id="{CD7BA47D-E5BF-228D-CBB1-0FE20BAE200D}"/>
              </a:ext>
            </a:extLst>
          </p:cNvPr>
          <p:cNvCxnSpPr>
            <a:cxnSpLocks/>
          </p:cNvCxnSpPr>
          <p:nvPr/>
        </p:nvCxnSpPr>
        <p:spPr>
          <a:xfrm>
            <a:off x="223579" y="1178485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47B9E05F-AF19-8DD6-D44E-B2E3B23053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2874121"/>
            <a:ext cx="914400" cy="914400"/>
          </a:xfrm>
          <a:prstGeom prst="rect">
            <a:avLst/>
          </a:prstGeom>
        </p:spPr>
      </p:pic>
      <p:pic>
        <p:nvPicPr>
          <p:cNvPr id="10" name="Graphic 9" descr="Close with solid fill">
            <a:extLst>
              <a:ext uri="{FF2B5EF4-FFF2-40B4-BE49-F238E27FC236}">
                <a16:creationId xmlns:a16="http://schemas.microsoft.com/office/drawing/2014/main" id="{DBDE2528-5889-F4FA-079E-00A11FCC49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708156"/>
            <a:ext cx="914400" cy="914400"/>
          </a:xfrm>
          <a:prstGeom prst="rect">
            <a:avLst/>
          </a:prstGeom>
        </p:spPr>
      </p:pic>
      <p:cxnSp>
        <p:nvCxnSpPr>
          <p:cNvPr id="11" name="Straight Connector 10">
            <a:extLst>
              <a:ext uri="{FF2B5EF4-FFF2-40B4-BE49-F238E27FC236}">
                <a16:creationId xmlns:a16="http://schemas.microsoft.com/office/drawing/2014/main" id="{AA4D9A3E-11E8-6291-FFB9-B2B49D40274F}"/>
              </a:ext>
            </a:extLst>
          </p:cNvPr>
          <p:cNvCxnSpPr>
            <a:cxnSpLocks/>
          </p:cNvCxnSpPr>
          <p:nvPr/>
        </p:nvCxnSpPr>
        <p:spPr>
          <a:xfrm>
            <a:off x="214618" y="94809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6074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0E8A6CC-776A-94B3-FAED-43DE97B088C2}"/>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6FDFE46A-D6F2-79A7-9CE5-8006323C9750}"/>
              </a:ext>
            </a:extLst>
          </p:cNvPr>
          <p:cNvPicPr>
            <a:picLocks noChangeAspect="1"/>
          </p:cNvPicPr>
          <p:nvPr/>
        </p:nvPicPr>
        <p:blipFill rotWithShape="1">
          <a:blip r:embed="rId2"/>
          <a:srcRect l="17800" t="20450" r="12605" b="12216"/>
          <a:stretch>
            <a:fillRect/>
          </a:stretch>
        </p:blipFill>
        <p:spPr>
          <a:xfrm>
            <a:off x="223306" y="4523148"/>
            <a:ext cx="9838800" cy="8448532"/>
          </a:xfrm>
          <a:prstGeom prst="rect">
            <a:avLst/>
          </a:prstGeom>
        </p:spPr>
      </p:pic>
      <p:sp>
        <p:nvSpPr>
          <p:cNvPr id="4" name="TextBox 3">
            <a:extLst>
              <a:ext uri="{FF2B5EF4-FFF2-40B4-BE49-F238E27FC236}">
                <a16:creationId xmlns:a16="http://schemas.microsoft.com/office/drawing/2014/main" id="{10FC548D-622D-378F-A0F3-E63D8E6DC82A}"/>
              </a:ext>
            </a:extLst>
          </p:cNvPr>
          <p:cNvSpPr txBox="1"/>
          <p:nvPr/>
        </p:nvSpPr>
        <p:spPr>
          <a:xfrm>
            <a:off x="223306" y="3136810"/>
            <a:ext cx="9838800" cy="1277088"/>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wrap="square" rtlCol="0" anchor="ctr">
            <a:noAutofit/>
          </a:bodyPr>
          <a:lstStyle/>
          <a:p>
            <a:pPr algn="r"/>
            <a:r>
              <a:rPr lang="en-GB" sz="5400" dirty="0">
                <a:ln w="0"/>
                <a:solidFill>
                  <a:schemeClr val="tx1"/>
                </a:solidFill>
                <a:effectLst>
                  <a:outerShdw blurRad="38100" dist="19050" dir="2700000" algn="tl" rotWithShape="0">
                    <a:schemeClr val="dk1">
                      <a:alpha val="40000"/>
                    </a:schemeClr>
                  </a:outerShdw>
                </a:effectLst>
              </a:rPr>
              <a:t>Python List vs NumPy Speed!</a:t>
            </a:r>
            <a:endParaRPr lang="en-GB" sz="5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E34BA670-8FD1-251A-6252-3087A60C32B0}"/>
              </a:ext>
            </a:extLst>
          </p:cNvPr>
          <p:cNvPicPr>
            <a:picLocks noChangeAspect="1"/>
          </p:cNvPicPr>
          <p:nvPr/>
        </p:nvPicPr>
        <p:blipFill>
          <a:blip r:embed="rId3"/>
          <a:stretch>
            <a:fillRect/>
          </a:stretch>
        </p:blipFill>
        <p:spPr>
          <a:xfrm>
            <a:off x="383921" y="3246060"/>
            <a:ext cx="1063167" cy="1063167"/>
          </a:xfrm>
          <a:prstGeom prst="rect">
            <a:avLst/>
          </a:prstGeom>
        </p:spPr>
      </p:pic>
      <p:cxnSp>
        <p:nvCxnSpPr>
          <p:cNvPr id="8" name="Straight Connector 7">
            <a:extLst>
              <a:ext uri="{FF2B5EF4-FFF2-40B4-BE49-F238E27FC236}">
                <a16:creationId xmlns:a16="http://schemas.microsoft.com/office/drawing/2014/main" id="{50251100-DE4C-6943-D041-E25ECDD43F74}"/>
              </a:ext>
            </a:extLst>
          </p:cNvPr>
          <p:cNvCxnSpPr>
            <a:cxnSpLocks/>
          </p:cNvCxnSpPr>
          <p:nvPr/>
        </p:nvCxnSpPr>
        <p:spPr>
          <a:xfrm>
            <a:off x="223579" y="1049974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81E2123A-F121-B038-91EA-DF360AC84E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1639" y="11199904"/>
            <a:ext cx="914400" cy="914400"/>
          </a:xfrm>
          <a:prstGeom prst="rect">
            <a:avLst/>
          </a:prstGeom>
        </p:spPr>
      </p:pic>
      <p:pic>
        <p:nvPicPr>
          <p:cNvPr id="10" name="Graphic 9" descr="Close with solid fill">
            <a:extLst>
              <a:ext uri="{FF2B5EF4-FFF2-40B4-BE49-F238E27FC236}">
                <a16:creationId xmlns:a16="http://schemas.microsoft.com/office/drawing/2014/main" id="{A8A2DCC6-3669-2036-C7D6-6FB03F1FA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1639" y="8423045"/>
            <a:ext cx="914400" cy="914400"/>
          </a:xfrm>
          <a:prstGeom prst="rect">
            <a:avLst/>
          </a:prstGeom>
        </p:spPr>
      </p:pic>
      <p:cxnSp>
        <p:nvCxnSpPr>
          <p:cNvPr id="11" name="Straight Connector 10">
            <a:extLst>
              <a:ext uri="{FF2B5EF4-FFF2-40B4-BE49-F238E27FC236}">
                <a16:creationId xmlns:a16="http://schemas.microsoft.com/office/drawing/2014/main" id="{F394E2D3-E0C7-F79F-44AA-2FF862DE77B3}"/>
              </a:ext>
            </a:extLst>
          </p:cNvPr>
          <p:cNvCxnSpPr>
            <a:cxnSpLocks/>
          </p:cNvCxnSpPr>
          <p:nvPr/>
        </p:nvCxnSpPr>
        <p:spPr>
          <a:xfrm>
            <a:off x="214618" y="688599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4496C97-D5EC-43C3-03AC-FF05F459B7D3}"/>
              </a:ext>
            </a:extLst>
          </p:cNvPr>
          <p:cNvSpPr txBox="1"/>
          <p:nvPr/>
        </p:nvSpPr>
        <p:spPr>
          <a:xfrm>
            <a:off x="223306" y="13057340"/>
            <a:ext cx="9838800" cy="1938992"/>
          </a:xfrm>
          <a:prstGeom prst="rect">
            <a:avLst/>
          </a:prstGeom>
          <a:noFill/>
        </p:spPr>
        <p:txBody>
          <a:bodyPr wrap="square" rtlCol="0">
            <a:spAutoFit/>
          </a:bodyPr>
          <a:lstStyle/>
          <a:p>
            <a:pPr algn="ctr"/>
            <a:r>
              <a:rPr lang="en-GB" sz="60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Use Boolean Masks for instant data manipulation</a:t>
            </a:r>
          </a:p>
        </p:txBody>
      </p:sp>
    </p:spTree>
    <p:extLst>
      <p:ext uri="{BB962C8B-B14F-4D97-AF65-F5344CB8AC3E}">
        <p14:creationId xmlns:p14="http://schemas.microsoft.com/office/powerpoint/2010/main" val="36086065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40.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4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5230050-251E-AE82-8B8A-EB5D9B4CA9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11E92D-7FE7-68BE-A941-C44D5C12C85F}"/>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6600" b="1" dirty="0">
                <a:ln w="0"/>
                <a:solidFill>
                  <a:schemeClr val="tx1"/>
                </a:solidFill>
                <a:effectLst>
                  <a:outerShdw blurRad="38100" dist="19050" dir="2700000" algn="tl" rotWithShape="0">
                    <a:schemeClr val="dk1">
                      <a:alpha val="40000"/>
                    </a:schemeClr>
                  </a:outerShdw>
                </a:effectLst>
                <a:latin typeface="+mj-lt"/>
              </a:rPr>
              <a:t>Boilerplate Constructors</a:t>
            </a:r>
          </a:p>
        </p:txBody>
      </p:sp>
      <p:pic>
        <p:nvPicPr>
          <p:cNvPr id="3" name="Picture 2">
            <a:extLst>
              <a:ext uri="{FF2B5EF4-FFF2-40B4-BE49-F238E27FC236}">
                <a16:creationId xmlns:a16="http://schemas.microsoft.com/office/drawing/2014/main" id="{F0D59821-886F-AB76-F279-03652F7BCB8E}"/>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2" name="Picture 1">
            <a:extLst>
              <a:ext uri="{FF2B5EF4-FFF2-40B4-BE49-F238E27FC236}">
                <a16:creationId xmlns:a16="http://schemas.microsoft.com/office/drawing/2014/main" id="{0B729A66-405A-A6C2-BB4B-B0817AE3731D}"/>
              </a:ext>
            </a:extLst>
          </p:cNvPr>
          <p:cNvPicPr preferRelativeResize="0">
            <a:picLocks/>
          </p:cNvPicPr>
          <p:nvPr/>
        </p:nvPicPr>
        <p:blipFill rotWithShape="1">
          <a:blip r:embed="rId3"/>
          <a:srcRect l="17457" t="21491" r="12351" b="13203"/>
          <a:stretch>
            <a:fillRect/>
          </a:stretch>
        </p:blipFill>
        <p:spPr>
          <a:xfrm>
            <a:off x="223306" y="4549486"/>
            <a:ext cx="9838800" cy="7200000"/>
          </a:xfrm>
          <a:prstGeom prst="rect">
            <a:avLst/>
          </a:prstGeom>
        </p:spPr>
      </p:pic>
      <p:sp>
        <p:nvSpPr>
          <p:cNvPr id="7" name="Right Arrow 6">
            <a:extLst>
              <a:ext uri="{FF2B5EF4-FFF2-40B4-BE49-F238E27FC236}">
                <a16:creationId xmlns:a16="http://schemas.microsoft.com/office/drawing/2014/main" id="{FC1BBC9F-2B2C-06B9-94AF-F024644F1143}"/>
              </a:ext>
            </a:extLst>
          </p:cNvPr>
          <p:cNvSpPr/>
          <p:nvPr/>
        </p:nvSpPr>
        <p:spPr>
          <a:xfrm>
            <a:off x="4238228" y="12401550"/>
            <a:ext cx="1808956" cy="876300"/>
          </a:xfrm>
          <a:prstGeom prst="rightArrow">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marL="0" algn="l" defTabSz="457200" rtl="0" eaLnBrk="1" latinLnBrk="0" hangingPunct="1"/>
            <a:endParaRPr lang="en-DE" sz="66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248207087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67D3725-E485-066A-DFD4-3B3D25175E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FB7E05-3D9E-7FA5-A634-1CDA1D142F7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b="1" dirty="0">
                <a:ln w="0"/>
                <a:solidFill>
                  <a:schemeClr val="tx1"/>
                </a:solidFill>
                <a:effectLst>
                  <a:outerShdw blurRad="38100" dist="19050" dir="2700000" algn="tl" rotWithShape="0">
                    <a:schemeClr val="dk1">
                      <a:alpha val="40000"/>
                    </a:schemeClr>
                  </a:outerShdw>
                </a:effectLst>
                <a:latin typeface="+mj-lt"/>
              </a:rPr>
              <a:t>Parameter Properties</a:t>
            </a:r>
          </a:p>
        </p:txBody>
      </p:sp>
      <p:pic>
        <p:nvPicPr>
          <p:cNvPr id="3" name="Picture 2">
            <a:extLst>
              <a:ext uri="{FF2B5EF4-FFF2-40B4-BE49-F238E27FC236}">
                <a16:creationId xmlns:a16="http://schemas.microsoft.com/office/drawing/2014/main" id="{E9909B3A-1639-0B18-F14F-6E965D01CE0C}"/>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D7C02C88-796B-C2C3-575E-82D3F8F3FC77}"/>
              </a:ext>
            </a:extLst>
          </p:cNvPr>
          <p:cNvPicPr preferRelativeResize="0">
            <a:picLocks/>
          </p:cNvPicPr>
          <p:nvPr/>
        </p:nvPicPr>
        <p:blipFill rotWithShape="1">
          <a:blip r:embed="rId3"/>
          <a:srcRect l="17478" t="28173" r="12078" b="18028"/>
          <a:stretch>
            <a:fillRect/>
          </a:stretch>
        </p:blipFill>
        <p:spPr>
          <a:xfrm>
            <a:off x="223306" y="4549486"/>
            <a:ext cx="9838800" cy="7200000"/>
          </a:xfrm>
          <a:prstGeom prst="rect">
            <a:avLst/>
          </a:prstGeom>
        </p:spPr>
      </p:pic>
    </p:spTree>
    <p:extLst>
      <p:ext uri="{BB962C8B-B14F-4D97-AF65-F5344CB8AC3E}">
        <p14:creationId xmlns:p14="http://schemas.microsoft.com/office/powerpoint/2010/main" val="42342398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4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5"/>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96602</TotalTime>
  <Words>1008</Words>
  <Application>Microsoft Macintosh PowerPoint</Application>
  <PresentationFormat>Custom</PresentationFormat>
  <Paragraphs>227</Paragraphs>
  <Slides>64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64</vt:i4>
      </vt:variant>
    </vt:vector>
  </HeadingPairs>
  <TitlesOfParts>
    <vt:vector size="72" baseType="lpstr">
      <vt:lpstr>Aptos</vt:lpstr>
      <vt:lpstr>Arial</vt:lpstr>
      <vt:lpstr>Arial Narrow</vt:lpstr>
      <vt:lpstr>Calibri</vt:lpstr>
      <vt:lpstr>Calibri Light</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792</cp:revision>
  <cp:lastPrinted>2025-12-17T08:49:37Z</cp:lastPrinted>
  <dcterms:created xsi:type="dcterms:W3CDTF">2025-12-17T08:13:25Z</dcterms:created>
  <dcterms:modified xsi:type="dcterms:W3CDTF">2026-03-16T20:52:10Z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