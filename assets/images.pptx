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791"/>
    <p:restoredTop sz="96108"/>
  </p:normalViewPr>
  <p:slideViewPr>
    <p:cSldViewPr snapToGrid="0">
      <p:cViewPr>
        <p:scale>
          <a:sx n="77" d="100"/>
          <a:sy n="77" d="100"/>
        </p:scale>
        <p:origin x="1112" y="-1736"/>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26.01.26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3797265"/>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366480"/>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1/26/26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1/26/26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1/26/26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1/26/26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1/26/26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8.png"/><Relationship Id="rId9"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3.png"/><Relationship Id="rId7" Type="http://schemas.openxmlformats.org/officeDocument/2006/relationships/image" Target="../media/image11.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5.pn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14.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8.pn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9.png"/><Relationship Id="rId7" Type="http://schemas.openxmlformats.org/officeDocument/2006/relationships/image" Target="../media/image12.sv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microsoft.com/office/2018/10/relationships/comments" Target="../comments/modernComment_12A_2D01584F.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B_AC4C8FF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microsoft.com/office/2018/10/relationships/comments" Target="../comments/modernComment_12D_BEDEFA1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4780516"/>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4814421"/>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2884024"/>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2884024"/>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3967123"/>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3957647"/>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5050222"/>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5031271"/>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031930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00733" y="11395343"/>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00733" y="9040444"/>
            <a:ext cx="914400" cy="914400"/>
          </a:xfrm>
          <a:prstGeom prst="rect">
            <a:avLst/>
          </a:prstGeom>
        </p:spPr>
      </p:pic>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98E0008-9AB4-2A98-E8E5-B5D3D1A4C9B7}"/>
              </a:ext>
            </a:extLst>
          </p:cNvPr>
          <p:cNvSpPr txBox="1"/>
          <p:nvPr/>
        </p:nvSpPr>
        <p:spPr>
          <a:xfrm>
            <a:off x="225526" y="4800391"/>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3"/>
          <a:stretch>
            <a:fillRect/>
          </a:stretch>
        </p:blipFill>
        <p:spPr>
          <a:xfrm>
            <a:off x="264001" y="4834297"/>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4657755"/>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5534245"/>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1012261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1805" y="11312088"/>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801805" y="6972845"/>
            <a:ext cx="914400" cy="914400"/>
          </a:xfrm>
          <a:prstGeom prst="rect">
            <a:avLst/>
          </a:prstGeom>
        </p:spPr>
      </p:pic>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501905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11856891"/>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2921039"/>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4740755"/>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264001" y="4894976"/>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3874103"/>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5015453"/>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102795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18372" y="11444957"/>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18372" y="9030758"/>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4691271"/>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2929DF9-28B4-596B-3779-93529974DF88}"/>
              </a:ext>
            </a:extLst>
          </p:cNvPr>
          <p:cNvSpPr txBox="1"/>
          <p:nvPr/>
        </p:nvSpPr>
        <p:spPr>
          <a:xfrm>
            <a:off x="2372910" y="12785470"/>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790373"/>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213264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247354" y="9981872"/>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80859" y="10124358"/>
            <a:ext cx="914400" cy="914400"/>
          </a:xfrm>
          <a:prstGeom prst="rect">
            <a:avLst/>
          </a:prstGeom>
        </p:spPr>
      </p:pic>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7"/>
          <a:stretch>
            <a:fillRect/>
          </a:stretch>
        </p:blipFill>
        <p:spPr>
          <a:xfrm>
            <a:off x="295124" y="4786755"/>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90051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69985D-32A1-133A-560E-545071650182}"/>
              </a:ext>
            </a:extLst>
          </p:cNvPr>
          <p:cNvSpPr txBox="1"/>
          <p:nvPr/>
        </p:nvSpPr>
        <p:spPr>
          <a:xfrm>
            <a:off x="223306" y="471115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143279"/>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148182"/>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4048" y="9759930"/>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6966" y="9623125"/>
            <a:ext cx="914400" cy="914400"/>
          </a:xfrm>
          <a:prstGeom prst="rect">
            <a:avLst/>
          </a:prstGeom>
        </p:spPr>
      </p:pic>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8"/>
          <a:stretch>
            <a:fillRect/>
          </a:stretch>
        </p:blipFill>
        <p:spPr>
          <a:xfrm>
            <a:off x="295124" y="480663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922378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7098FD-4147-4F55-8BEF-B0FCC793F657}"/>
              </a:ext>
            </a:extLst>
          </p:cNvPr>
          <p:cNvSpPr txBox="1"/>
          <p:nvPr/>
        </p:nvSpPr>
        <p:spPr>
          <a:xfrm>
            <a:off x="223306" y="4810542"/>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306" y="12057329"/>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307" y="913282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4"/>
          <a:stretch>
            <a:fillRect/>
          </a:stretch>
        </p:blipFill>
        <p:spPr>
          <a:xfrm>
            <a:off x="232778" y="490602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70B594-D22D-ACB6-998B-6388692A6559}"/>
              </a:ext>
            </a:extLst>
          </p:cNvPr>
          <p:cNvSpPr txBox="1"/>
          <p:nvPr/>
        </p:nvSpPr>
        <p:spPr>
          <a:xfrm>
            <a:off x="223306" y="4673426"/>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451219" y="11080552"/>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3"/>
          <a:stretch>
            <a:fillRect/>
          </a:stretch>
        </p:blipFill>
        <p:spPr>
          <a:xfrm>
            <a:off x="321693" y="4768910"/>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4752938"/>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240794"/>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4848422"/>
            <a:ext cx="1062000" cy="10620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540892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0" y="10609432"/>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5504405"/>
            <a:ext cx="1062000" cy="10620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4693304"/>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223306" y="1004962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4788788"/>
            <a:ext cx="1062000" cy="10620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223306" y="4911964"/>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321693" y="5007448"/>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50865</TotalTime>
  <Words>407</Words>
  <Application>Microsoft Macintosh PowerPoint</Application>
  <PresentationFormat>Custom</PresentationFormat>
  <Paragraphs>114</Paragraphs>
  <Slides>25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555</cp:revision>
  <cp:lastPrinted>2025-12-17T08:49:37Z</cp:lastPrinted>
  <dcterms:created xsi:type="dcterms:W3CDTF">2025-12-17T08:13:25Z</dcterms:created>
  <dcterms:modified xsi:type="dcterms:W3CDTF">2026-01-28T23:00:49Z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